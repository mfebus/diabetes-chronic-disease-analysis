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9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Lato" panose="020F0502020204030203" pitchFamily="34" charset="0"/>
      <p:regular r:id="rId14"/>
      <p:bold r:id="rId15"/>
      <p:italic r:id="rId16"/>
      <p:boldItalic r:id="rId17"/>
    </p:embeddedFont>
    <p:embeddedFont>
      <p:font typeface="Poppins" panose="00000500000000000000" pitchFamily="2" charset="0"/>
      <p:regular r:id="rId18"/>
      <p:bold r:id="rId19"/>
      <p:italic r:id="rId20"/>
      <p:boldItalic r:id="rId21"/>
    </p:embeddedFont>
    <p:embeddedFont>
      <p:font typeface="Poppins SemiBold" panose="00000700000000000000" pitchFamily="2" charset="0"/>
      <p:regular r:id="rId22"/>
      <p:bold r:id="rId23"/>
      <p:italic r:id="rId24"/>
      <p:boldItalic r:id="rId25"/>
    </p:embeddedFont>
    <p:embeddedFont>
      <p:font typeface="Raleway" pitchFamily="2" charset="0"/>
      <p:regular r:id="rId26"/>
      <p:bold r:id="rId27"/>
      <p:italic r:id="rId28"/>
      <p:boldItalic r:id="rId29"/>
    </p:embeddedFont>
    <p:embeddedFont>
      <p:font typeface="Roboto Condensed" panose="02000000000000000000" pitchFamily="2" charset="0"/>
      <p:regular r:id="rId30"/>
      <p:bold r:id="rId31"/>
      <p:italic r:id="rId32"/>
      <p:boldItalic r:id="rId33"/>
    </p:embeddedFont>
    <p:embeddedFont>
      <p:font typeface="Urbanist" panose="020B0604020202020204" charset="0"/>
      <p:regular r:id="rId34"/>
      <p:bold r:id="rId35"/>
      <p:italic r:id="rId36"/>
      <p:boldItalic r:id="rId37"/>
    </p:embeddedFont>
    <p:embeddedFont>
      <p:font typeface="Urbanist Medium"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1F5B6D-A60C-4488-9640-FF3C1AE40E86}">
  <a:tblStyle styleId="{FD1F5B6D-A60C-4488-9640-FF3C1AE40E8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font" Target="fonts/font26.fntdata"/><Relationship Id="rId21" Type="http://schemas.openxmlformats.org/officeDocument/2006/relationships/font" Target="fonts/font8.fntdata"/><Relationship Id="rId34" Type="http://schemas.openxmlformats.org/officeDocument/2006/relationships/font" Target="fonts/font2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3.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font" Target="fonts/font24.fntdata"/><Relationship Id="rId40" Type="http://schemas.openxmlformats.org/officeDocument/2006/relationships/font" Target="fonts/font2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font" Target="fonts/font23.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font" Target="fonts/font25.fntdata"/><Relationship Id="rId20" Type="http://schemas.openxmlformats.org/officeDocument/2006/relationships/font" Target="fonts/font7.fntdata"/><Relationship Id="rId41" Type="http://schemas.openxmlformats.org/officeDocument/2006/relationships/font" Target="fonts/font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visual.p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c420f574d6_0_0: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5" name="Google Shape;595;g3c420f574d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which state-level socioeconomic factors (such as income, emploiyment, and insurance access) are most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3c420f574d6_0_1097: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3" name="Google Shape;603;g3c420f574d6_0_10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c6d45f8be4_0_557: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3" name="Google Shape;613;g3c6d45f8be4_0_5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Clr>
                <a:schemeClr val="dk1"/>
              </a:buClr>
              <a:buSzPts val="1100"/>
              <a:buFont typeface="Arial"/>
              <a:buNone/>
            </a:pPr>
            <a:r>
              <a:rPr lang="en" sz="900">
                <a:solidFill>
                  <a:srgbClr val="3C3D3E"/>
                </a:solidFill>
                <a:latin typeface="Lato"/>
                <a:ea typeface="Lato"/>
                <a:cs typeface="Lato"/>
                <a:sym typeface="Lato"/>
              </a:rPr>
              <a:t>For this project we used design a modular Jupyter notebook structure. The notebook main.ipynb is used to run the workflow and connect everything together. </a:t>
            </a:r>
            <a:endParaRPr sz="9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1100"/>
              <a:buFont typeface="Arial"/>
              <a:buNone/>
            </a:pPr>
            <a:r>
              <a:rPr lang="en" sz="900">
                <a:solidFill>
                  <a:srgbClr val="3C3D3E"/>
                </a:solidFill>
                <a:latin typeface="Lato"/>
                <a:ea typeface="Lato"/>
                <a:cs typeface="Lato"/>
                <a:sym typeface="Lato"/>
              </a:rPr>
              <a:t>In this setup, data_loader.py handles data input/output, data_wrangler.py performs data clearing and transformations, and </a:t>
            </a:r>
            <a:r>
              <a:rPr lang="en" sz="900" u="sng">
                <a:solidFill>
                  <a:srgbClr val="1C3678"/>
                </a:solidFill>
                <a:latin typeface="Lato"/>
                <a:ea typeface="Lato"/>
                <a:cs typeface="Lato"/>
                <a:sym typeface="Lato"/>
                <a:hlinkClick r:id="rId3">
                  <a:extLst>
                    <a:ext uri="{A12FA001-AC4F-418D-AE19-62706E023703}">
                      <ahyp:hlinkClr xmlns:ahyp="http://schemas.microsoft.com/office/drawing/2018/hyperlinkcolor" val="tx"/>
                    </a:ext>
                  </a:extLst>
                </a:hlinkClick>
              </a:rPr>
              <a:t>visual.py</a:t>
            </a:r>
            <a:r>
              <a:rPr lang="en" sz="900">
                <a:solidFill>
                  <a:srgbClr val="3C3D3E"/>
                </a:solidFill>
                <a:latin typeface="Lato"/>
                <a:ea typeface="Lato"/>
                <a:cs typeface="Lato"/>
                <a:sym typeface="Lato"/>
              </a:rPr>
              <a:t> contains plotting and visualization functions. </a:t>
            </a:r>
            <a:endParaRPr sz="9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1100"/>
              <a:buFont typeface="Arial"/>
              <a:buNone/>
            </a:pPr>
            <a:r>
              <a:rPr lang="en" sz="900">
                <a:solidFill>
                  <a:srgbClr val="3C3D3E"/>
                </a:solidFill>
                <a:latin typeface="Lato"/>
                <a:ea typeface="Lato"/>
                <a:cs typeface="Lato"/>
                <a:sym typeface="Lato"/>
              </a:rPr>
              <a:t>This approach makes the notebooks cleaner, improves code reuse, and makes the project easier to maintain and test. </a:t>
            </a:r>
            <a:endParaRPr sz="9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1100"/>
              <a:buFont typeface="Arial"/>
              <a:buNone/>
            </a:pPr>
            <a:endParaRPr sz="900" b="1">
              <a:solidFill>
                <a:srgbClr val="E34A06"/>
              </a:solidFill>
              <a:latin typeface="Lato"/>
              <a:ea typeface="Lato"/>
              <a:cs typeface="Lato"/>
              <a:sym typeface="Lato"/>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c420f574d6_0_1115: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3" name="Google Shape;623;g3c420f574d6_0_1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c6d45f8be4_0_576: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g3c6d45f8be4_0_5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c420f574d6_0_1121: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4" name="Google Shape;644;g3c420f574d6_0_1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93d8540596_0_27: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g393d8540596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c80ab3eb2e_0_14: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2" name="Google Shape;662;g3c80ab3eb2e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c80ab3eb2e_0_21: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0" name="Google Shape;670;g3c80ab3eb2e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3c420f574d6_0_1129:notes"/>
          <p:cNvSpPr>
            <a:spLocks noGrp="1" noRot="1" noChangeAspect="1"/>
          </p:cNvSpPr>
          <p:nvPr>
            <p:ph type="sldImg" idx="2"/>
          </p:nvPr>
        </p:nvSpPr>
        <p:spPr>
          <a:xfrm>
            <a:off x="38126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9" name="Google Shape;679;g3c420f574d6_0_1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Clr>
                <a:schemeClr val="dk1"/>
              </a:buClr>
              <a:buSzPts val="800"/>
              <a:buFont typeface="Arial"/>
              <a:buNone/>
            </a:pPr>
            <a:r>
              <a:rPr lang="en" sz="1200" b="1">
                <a:solidFill>
                  <a:schemeClr val="dk1"/>
                </a:solidFill>
              </a:rPr>
              <a:t>Limitations</a:t>
            </a:r>
            <a:endParaRPr sz="1200" b="1">
              <a:solidFill>
                <a:srgbClr val="3C3D3E"/>
              </a:solidFill>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rPr>
              <a:t>I’d suggest highlighting the limitations around having  state level data only</a:t>
            </a:r>
            <a:endParaRPr sz="1000">
              <a:solidFill>
                <a:srgbClr val="3C3D3E"/>
              </a:solidFill>
            </a:endParaRPr>
          </a:p>
          <a:p>
            <a:pPr marL="0" lvl="0" indent="0" algn="l" rtl="0">
              <a:spcBef>
                <a:spcPts val="500"/>
              </a:spcBef>
              <a:spcAft>
                <a:spcPts val="0"/>
              </a:spcAft>
              <a:buClr>
                <a:schemeClr val="dk1"/>
              </a:buClr>
              <a:buSzPts val="800"/>
              <a:buFont typeface="Arial"/>
              <a:buNone/>
            </a:pPr>
            <a:r>
              <a:rPr lang="en" sz="1000" b="1">
                <a:solidFill>
                  <a:srgbClr val="E34A06"/>
                </a:solidFill>
              </a:rPr>
              <a:t>State-Level Granularity</a:t>
            </a:r>
            <a:endParaRPr sz="1000" b="1">
              <a:solidFill>
                <a:srgbClr val="E34A06"/>
              </a:solidFill>
            </a:endParaRPr>
          </a:p>
          <a:p>
            <a:pPr marL="0" lvl="0" indent="0" algn="l" rtl="0">
              <a:spcBef>
                <a:spcPts val="500"/>
              </a:spcBef>
              <a:spcAft>
                <a:spcPts val="0"/>
              </a:spcAft>
              <a:buClr>
                <a:schemeClr val="dk1"/>
              </a:buClr>
              <a:buSzPts val="800"/>
              <a:buFont typeface="Arial"/>
              <a:buNone/>
            </a:pPr>
            <a:r>
              <a:rPr lang="en" sz="1000" b="1">
                <a:solidFill>
                  <a:srgbClr val="E34A06"/>
                </a:solidFill>
              </a:rPr>
              <a:t>Metric Estimations</a:t>
            </a:r>
            <a:endParaRPr sz="900" b="1">
              <a:solidFill>
                <a:srgbClr val="E34A06"/>
              </a:solidFill>
            </a:endParaRPr>
          </a:p>
          <a:p>
            <a:pPr marL="0" lvl="0" indent="0" algn="l" rtl="0">
              <a:spcBef>
                <a:spcPts val="500"/>
              </a:spcBef>
              <a:spcAft>
                <a:spcPts val="0"/>
              </a:spcAft>
              <a:buClr>
                <a:schemeClr val="dk1"/>
              </a:buClr>
              <a:buSzPts val="800"/>
              <a:buFont typeface="Arial"/>
              <a:buNone/>
            </a:pPr>
            <a:endParaRPr sz="900" b="1">
              <a:solidFill>
                <a:srgbClr val="E34A06"/>
              </a:solidFill>
            </a:endParaRPr>
          </a:p>
          <a:p>
            <a:pPr marL="0" lvl="0" indent="0" algn="l" rtl="0">
              <a:spcBef>
                <a:spcPts val="500"/>
              </a:spcBef>
              <a:spcAft>
                <a:spcPts val="0"/>
              </a:spcAft>
              <a:buClr>
                <a:schemeClr val="dk1"/>
              </a:buClr>
              <a:buSzPts val="800"/>
              <a:buFont typeface="Arial"/>
              <a:buNone/>
            </a:pPr>
            <a:r>
              <a:rPr lang="en" sz="1000">
                <a:solidFill>
                  <a:srgbClr val="3C3D3E"/>
                </a:solidFill>
              </a:rPr>
              <a:t>The sources of both datasets use models to estimate the metrics. While some metrics include confidence intervals in the data that can be utilized for more accurate results, the modeling behind the estimates is unknown. </a:t>
            </a:r>
            <a:endParaRPr b="1">
              <a:solidFill>
                <a:srgbClr val="E34A06"/>
              </a:solidFill>
            </a:endParaRPr>
          </a:p>
          <a:p>
            <a:pPr marL="0" lvl="0" indent="0" algn="l" rtl="0">
              <a:spcBef>
                <a:spcPts val="500"/>
              </a:spcBef>
              <a:spcAft>
                <a:spcPts val="0"/>
              </a:spcAft>
              <a:buClr>
                <a:schemeClr val="dk1"/>
              </a:buClr>
              <a:buSzPts val="800"/>
              <a:buFont typeface="Arial"/>
              <a:buNone/>
            </a:pPr>
            <a:r>
              <a:rPr lang="en" sz="900" b="1">
                <a:solidFill>
                  <a:srgbClr val="E34A06"/>
                </a:solidFill>
              </a:rPr>
              <a:t>Unbiased Data</a:t>
            </a:r>
            <a:endParaRPr sz="900" b="1">
              <a:solidFill>
                <a:srgbClr val="E34A06"/>
              </a:solidFill>
            </a:endParaRPr>
          </a:p>
          <a:p>
            <a:pPr marL="0" lvl="0" indent="0" algn="l" rtl="0">
              <a:spcBef>
                <a:spcPts val="500"/>
              </a:spcBef>
              <a:spcAft>
                <a:spcPts val="0"/>
              </a:spcAft>
              <a:buClr>
                <a:schemeClr val="dk1"/>
              </a:buClr>
              <a:buSzPts val="800"/>
              <a:buFont typeface="Arial"/>
              <a:buNone/>
            </a:pPr>
            <a:endParaRPr sz="900" b="1">
              <a:solidFill>
                <a:srgbClr val="E34A06"/>
              </a:solidFill>
            </a:endParaRPr>
          </a:p>
          <a:p>
            <a:pPr marL="0" lvl="0" indent="0" algn="l" rtl="0">
              <a:spcBef>
                <a:spcPts val="500"/>
              </a:spcBef>
              <a:spcAft>
                <a:spcPts val="0"/>
              </a:spcAft>
              <a:buClr>
                <a:schemeClr val="dk1"/>
              </a:buClr>
              <a:buSzPts val="800"/>
              <a:buFont typeface="Arial"/>
              <a:buNone/>
            </a:pPr>
            <a:endParaRPr sz="900" b="1">
              <a:solidFill>
                <a:srgbClr val="E34A06"/>
              </a:solidFill>
            </a:endParaRPr>
          </a:p>
          <a:p>
            <a:pPr marL="0" lvl="0" indent="0" algn="l" rtl="0">
              <a:spcBef>
                <a:spcPts val="500"/>
              </a:spcBef>
              <a:spcAft>
                <a:spcPts val="0"/>
              </a:spcAft>
              <a:buClr>
                <a:schemeClr val="dk1"/>
              </a:buClr>
              <a:buSzPts val="800"/>
              <a:buFont typeface="Arial"/>
              <a:buNone/>
            </a:pPr>
            <a:r>
              <a:rPr lang="en" sz="1200" b="1">
                <a:solidFill>
                  <a:schemeClr val="dk1"/>
                </a:solidFill>
              </a:rPr>
              <a:t>Conclusion</a:t>
            </a:r>
            <a:endParaRPr sz="1000">
              <a:solidFill>
                <a:srgbClr val="3C3D3E"/>
              </a:solidFill>
            </a:endParaRPr>
          </a:p>
          <a:p>
            <a:pPr marL="0" lvl="0" indent="0" algn="l" rtl="0">
              <a:spcBef>
                <a:spcPts val="500"/>
              </a:spcBef>
              <a:spcAft>
                <a:spcPts val="0"/>
              </a:spcAft>
              <a:buClr>
                <a:srgbClr val="000000"/>
              </a:buClr>
              <a:buSzPts val="800"/>
              <a:buFont typeface="Arial"/>
              <a:buNone/>
            </a:pPr>
            <a:r>
              <a:rPr lang="en" sz="1000">
                <a:solidFill>
                  <a:srgbClr val="3C3D3E"/>
                </a:solidFill>
              </a:rPr>
              <a:t>Answers question and next steps</a:t>
            </a:r>
            <a:endParaRPr sz="1000">
              <a:solidFill>
                <a:srgbClr val="3C3D3E"/>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c420f574d6_0_1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8" name="Google Shape;688;g3c420f574d6_0_1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with 2 Columns">
  <p:cSld name="BLANK_1_1_1">
    <p:spTree>
      <p:nvGrpSpPr>
        <p:cNvPr id="1" name="Shape 82"/>
        <p:cNvGrpSpPr/>
        <p:nvPr/>
      </p:nvGrpSpPr>
      <p:grpSpPr>
        <a:xfrm>
          <a:off x="0" y="0"/>
          <a:ext cx="0" cy="0"/>
          <a:chOff x="0" y="0"/>
          <a:chExt cx="0" cy="0"/>
        </a:xfrm>
      </p:grpSpPr>
      <p:sp>
        <p:nvSpPr>
          <p:cNvPr id="83" name="Google Shape;83;p13"/>
          <p:cNvSpPr txBox="1">
            <a:spLocks noGrp="1"/>
          </p:cNvSpPr>
          <p:nvPr>
            <p:ph type="sldNum" idx="12"/>
          </p:nvPr>
        </p:nvSpPr>
        <p:spPr>
          <a:xfrm>
            <a:off x="8472544"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4" name="Google Shape;84;p13"/>
          <p:cNvSpPr txBox="1">
            <a:spLocks noGrp="1"/>
          </p:cNvSpPr>
          <p:nvPr>
            <p:ph type="body" idx="1"/>
          </p:nvPr>
        </p:nvSpPr>
        <p:spPr>
          <a:xfrm>
            <a:off x="397866" y="1305300"/>
            <a:ext cx="3992400" cy="18615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85" name="Google Shape;85;p13"/>
          <p:cNvSpPr txBox="1">
            <a:spLocks noGrp="1"/>
          </p:cNvSpPr>
          <p:nvPr>
            <p:ph type="body" idx="2"/>
          </p:nvPr>
        </p:nvSpPr>
        <p:spPr>
          <a:xfrm>
            <a:off x="4719533" y="1305300"/>
            <a:ext cx="39924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86" name="Google Shape;86;p13"/>
          <p:cNvSpPr txBox="1">
            <a:spLocks noGrp="1"/>
          </p:cNvSpPr>
          <p:nvPr>
            <p:ph type="title"/>
          </p:nvPr>
        </p:nvSpPr>
        <p:spPr>
          <a:xfrm>
            <a:off x="311703" y="1459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 Alt 1">
  <p:cSld name="BLANK_1">
    <p:spTree>
      <p:nvGrpSpPr>
        <p:cNvPr id="1" name="Shape 87"/>
        <p:cNvGrpSpPr/>
        <p:nvPr/>
      </p:nvGrpSpPr>
      <p:grpSpPr>
        <a:xfrm>
          <a:off x="0" y="0"/>
          <a:ext cx="0" cy="0"/>
          <a:chOff x="0" y="0"/>
          <a:chExt cx="0" cy="0"/>
        </a:xfrm>
      </p:grpSpPr>
      <p:sp>
        <p:nvSpPr>
          <p:cNvPr id="88" name="Google Shape;88;p14"/>
          <p:cNvSpPr txBox="1">
            <a:spLocks noGrp="1"/>
          </p:cNvSpPr>
          <p:nvPr>
            <p:ph type="title"/>
          </p:nvPr>
        </p:nvSpPr>
        <p:spPr>
          <a:xfrm>
            <a:off x="3236625" y="837723"/>
            <a:ext cx="5622600" cy="22752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a:endParaRPr/>
          </a:p>
        </p:txBody>
      </p:sp>
      <p:sp>
        <p:nvSpPr>
          <p:cNvPr id="89" name="Google Shape;89;p14"/>
          <p:cNvSpPr/>
          <p:nvPr/>
        </p:nvSpPr>
        <p:spPr>
          <a:xfrm flipH="1">
            <a:off x="1350050" y="2493850"/>
            <a:ext cx="2836800" cy="2649600"/>
          </a:xfrm>
          <a:prstGeom prst="pie">
            <a:avLst>
              <a:gd name="adj1" fmla="val 21585343"/>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0" name="Google Shape;90;p14"/>
          <p:cNvSpPr/>
          <p:nvPr/>
        </p:nvSpPr>
        <p:spPr>
          <a:xfrm rot="5400000" flipH="1">
            <a:off x="5850" y="3807650"/>
            <a:ext cx="2688900" cy="2700600"/>
          </a:xfrm>
          <a:prstGeom prst="pie">
            <a:avLst>
              <a:gd name="adj1" fmla="val 0"/>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1" name="Google Shape;91;p14"/>
          <p:cNvSpPr/>
          <p:nvPr/>
        </p:nvSpPr>
        <p:spPr>
          <a:xfrm>
            <a:off x="0" y="0"/>
            <a:ext cx="2768400" cy="26991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2" name="Google Shape;92;p14"/>
          <p:cNvSpPr/>
          <p:nvPr/>
        </p:nvSpPr>
        <p:spPr>
          <a:xfrm>
            <a:off x="-100" y="2699025"/>
            <a:ext cx="1653900" cy="1114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3" name="Google Shape;93;p14"/>
          <p:cNvSpPr/>
          <p:nvPr/>
        </p:nvSpPr>
        <p:spPr>
          <a:xfrm>
            <a:off x="1653900" y="2701600"/>
            <a:ext cx="1114500" cy="1114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 name="Google Shape;94;p14"/>
          <p:cNvSpPr txBox="1">
            <a:spLocks noGrp="1"/>
          </p:cNvSpPr>
          <p:nvPr>
            <p:ph type="subTitle" idx="1"/>
          </p:nvPr>
        </p:nvSpPr>
        <p:spPr>
          <a:xfrm>
            <a:off x="3236625" y="3183150"/>
            <a:ext cx="5430300" cy="6303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120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1200"/>
              </a:spcBef>
              <a:spcAft>
                <a:spcPts val="1200"/>
              </a:spcAft>
              <a:buClr>
                <a:schemeClr val="lt1"/>
              </a:buClr>
              <a:buSzPts val="1600"/>
              <a:buFont typeface="Poppins SemiBold"/>
              <a:buNone/>
              <a:defRPr sz="1600">
                <a:latin typeface="Poppins SemiBold"/>
                <a:ea typeface="Poppins SemiBold"/>
                <a:cs typeface="Poppins SemiBold"/>
                <a:sym typeface="Poppins SemiBold"/>
              </a:defRPr>
            </a:lvl9pPr>
          </a:lstStyle>
          <a:p>
            <a:endParaRPr/>
          </a:p>
        </p:txBody>
      </p:sp>
      <p:sp>
        <p:nvSpPr>
          <p:cNvPr id="95" name="Google Shape;95;p14"/>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96" name="Google Shape;96;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 Alt 1">
  <p:cSld name="BLANK_1_1_2">
    <p:spTree>
      <p:nvGrpSpPr>
        <p:cNvPr id="1" name="Shape 97"/>
        <p:cNvGrpSpPr/>
        <p:nvPr/>
      </p:nvGrpSpPr>
      <p:grpSpPr>
        <a:xfrm>
          <a:off x="0" y="0"/>
          <a:ext cx="0" cy="0"/>
          <a:chOff x="0" y="0"/>
          <a:chExt cx="0" cy="0"/>
        </a:xfrm>
      </p:grpSpPr>
      <p:sp>
        <p:nvSpPr>
          <p:cNvPr id="98" name="Google Shape;98;p15"/>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99" name="Google Shape;99;p15"/>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00" name="Google Shape;100;p15"/>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101" name="Google Shape;101;p15"/>
          <p:cNvSpPr/>
          <p:nvPr/>
        </p:nvSpPr>
        <p:spPr>
          <a:xfrm flipH="1">
            <a:off x="284701" y="533157"/>
            <a:ext cx="4074000" cy="40740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2" name="Google Shape;102;p15"/>
          <p:cNvSpPr/>
          <p:nvPr/>
        </p:nvSpPr>
        <p:spPr>
          <a:xfrm>
            <a:off x="927633" y="474750"/>
            <a:ext cx="1463400" cy="4294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Urbanist"/>
              <a:ea typeface="Urbanist"/>
              <a:cs typeface="Urbanist"/>
              <a:sym typeface="Urbanist"/>
            </a:endParaRPr>
          </a:p>
        </p:txBody>
      </p:sp>
      <p:sp>
        <p:nvSpPr>
          <p:cNvPr id="103" name="Google Shape;103;p15"/>
          <p:cNvSpPr/>
          <p:nvPr/>
        </p:nvSpPr>
        <p:spPr>
          <a:xfrm flipH="1">
            <a:off x="1322410" y="533157"/>
            <a:ext cx="4074000" cy="40740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4" name="Google Shape;104;p15"/>
          <p:cNvSpPr/>
          <p:nvPr/>
        </p:nvSpPr>
        <p:spPr>
          <a:xfrm>
            <a:off x="2309186" y="474990"/>
            <a:ext cx="1399200" cy="4294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Urbanist"/>
              <a:ea typeface="Urbanist"/>
              <a:cs typeface="Urbanist"/>
              <a:sym typeface="Urbanist"/>
            </a:endParaRPr>
          </a:p>
        </p:txBody>
      </p:sp>
      <p:sp>
        <p:nvSpPr>
          <p:cNvPr id="105" name="Google Shape;105;p15"/>
          <p:cNvSpPr/>
          <p:nvPr/>
        </p:nvSpPr>
        <p:spPr>
          <a:xfrm flipH="1">
            <a:off x="2685553" y="533157"/>
            <a:ext cx="4074000" cy="40740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6" name="Google Shape;106;p15"/>
          <p:cNvSpPr txBox="1">
            <a:spLocks noGrp="1"/>
          </p:cNvSpPr>
          <p:nvPr>
            <p:ph type="title"/>
          </p:nvPr>
        </p:nvSpPr>
        <p:spPr>
          <a:xfrm>
            <a:off x="3708375" y="1585475"/>
            <a:ext cx="5190300" cy="2031900"/>
          </a:xfrm>
          <a:prstGeom prst="rect">
            <a:avLst/>
          </a:prstGeom>
        </p:spPr>
        <p:txBody>
          <a:bodyPr spcFirstLastPara="1" wrap="square" lIns="91425" tIns="91425" rIns="91425" bIns="91425" anchor="ctr" anchorCtr="0">
            <a:norm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a:endParaRPr/>
          </a:p>
        </p:txBody>
      </p:sp>
      <p:sp>
        <p:nvSpPr>
          <p:cNvPr id="107" name="Google Shape;107;p15"/>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108" name="Google Shape;108;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genda - Alt 1">
  <p:cSld name="BLANK_1_1_1_1_1_1_1_1_1_1_1_1">
    <p:spTree>
      <p:nvGrpSpPr>
        <p:cNvPr id="1" name="Shape 109"/>
        <p:cNvGrpSpPr/>
        <p:nvPr/>
      </p:nvGrpSpPr>
      <p:grpSpPr>
        <a:xfrm>
          <a:off x="0" y="0"/>
          <a:ext cx="0" cy="0"/>
          <a:chOff x="0" y="0"/>
          <a:chExt cx="0" cy="0"/>
        </a:xfrm>
      </p:grpSpPr>
      <p:sp>
        <p:nvSpPr>
          <p:cNvPr id="110" name="Google Shape;110;p16"/>
          <p:cNvSpPr txBox="1">
            <a:spLocks noGrp="1"/>
          </p:cNvSpPr>
          <p:nvPr>
            <p:ph type="subTitle" idx="1"/>
          </p:nvPr>
        </p:nvSpPr>
        <p:spPr>
          <a:xfrm>
            <a:off x="3389025" y="1197289"/>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1" name="Google Shape;111;p16"/>
          <p:cNvSpPr/>
          <p:nvPr/>
        </p:nvSpPr>
        <p:spPr>
          <a:xfrm flipH="1">
            <a:off x="1350000" y="2442900"/>
            <a:ext cx="2849100" cy="2700600"/>
          </a:xfrm>
          <a:prstGeom prst="pie">
            <a:avLst>
              <a:gd name="adj1" fmla="val 21586474"/>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2" name="Google Shape;112;p16"/>
          <p:cNvSpPr/>
          <p:nvPr/>
        </p:nvSpPr>
        <p:spPr>
          <a:xfrm rot="5400000" flipH="1">
            <a:off x="-6000" y="3795800"/>
            <a:ext cx="2712600" cy="2700600"/>
          </a:xfrm>
          <a:prstGeom prst="pie">
            <a:avLst>
              <a:gd name="adj1" fmla="val 2531"/>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3" name="Google Shape;113;p16"/>
          <p:cNvSpPr/>
          <p:nvPr/>
        </p:nvSpPr>
        <p:spPr>
          <a:xfrm rot="5400000" flipH="1">
            <a:off x="-125" y="2402250"/>
            <a:ext cx="2775600" cy="2775600"/>
          </a:xfrm>
          <a:prstGeom prst="pie">
            <a:avLst>
              <a:gd name="adj1" fmla="val 16192689"/>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4" name="Google Shape;114;p16"/>
          <p:cNvSpPr txBox="1">
            <a:spLocks noGrp="1"/>
          </p:cNvSpPr>
          <p:nvPr>
            <p:ph type="subTitle" idx="2"/>
          </p:nvPr>
        </p:nvSpPr>
        <p:spPr>
          <a:xfrm>
            <a:off x="3389025" y="2341214"/>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5" name="Google Shape;115;p16"/>
          <p:cNvSpPr txBox="1">
            <a:spLocks noGrp="1"/>
          </p:cNvSpPr>
          <p:nvPr>
            <p:ph type="subTitle" idx="3"/>
          </p:nvPr>
        </p:nvSpPr>
        <p:spPr>
          <a:xfrm>
            <a:off x="3389025" y="3485139"/>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6" name="Google Shape;116;p16"/>
          <p:cNvSpPr txBox="1">
            <a:spLocks noGrp="1"/>
          </p:cNvSpPr>
          <p:nvPr>
            <p:ph type="subTitle" idx="4"/>
          </p:nvPr>
        </p:nvSpPr>
        <p:spPr>
          <a:xfrm>
            <a:off x="6335550" y="1197289"/>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7" name="Google Shape;117;p16"/>
          <p:cNvSpPr txBox="1">
            <a:spLocks noGrp="1"/>
          </p:cNvSpPr>
          <p:nvPr>
            <p:ph type="subTitle" idx="5"/>
          </p:nvPr>
        </p:nvSpPr>
        <p:spPr>
          <a:xfrm>
            <a:off x="6335550" y="2341214"/>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8" name="Google Shape;118;p16"/>
          <p:cNvSpPr txBox="1">
            <a:spLocks noGrp="1"/>
          </p:cNvSpPr>
          <p:nvPr>
            <p:ph type="subTitle" idx="6"/>
          </p:nvPr>
        </p:nvSpPr>
        <p:spPr>
          <a:xfrm>
            <a:off x="6335550" y="3485139"/>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19" name="Google Shape;119;p16"/>
          <p:cNvSpPr txBox="1">
            <a:spLocks noGrp="1"/>
          </p:cNvSpPr>
          <p:nvPr>
            <p:ph type="title"/>
          </p:nvPr>
        </p:nvSpPr>
        <p:spPr>
          <a:xfrm>
            <a:off x="284700" y="286200"/>
            <a:ext cx="2860800" cy="17328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a:endParaRPr/>
          </a:p>
        </p:txBody>
      </p:sp>
      <p:sp>
        <p:nvSpPr>
          <p:cNvPr id="120" name="Google Shape;120;p16"/>
          <p:cNvSpPr txBox="1">
            <a:spLocks noGrp="1"/>
          </p:cNvSpPr>
          <p:nvPr>
            <p:ph type="subTitle" idx="7"/>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21" name="Google Shape;121;p16"/>
          <p:cNvSpPr txBox="1">
            <a:spLocks noGrp="1"/>
          </p:cNvSpPr>
          <p:nvPr>
            <p:ph type="subTitle" idx="8"/>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22" name="Google Shape;122;p16"/>
          <p:cNvSpPr txBox="1">
            <a:spLocks noGrp="1"/>
          </p:cNvSpPr>
          <p:nvPr>
            <p:ph type="subTitle" idx="9"/>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123" name="Google Shape;123;p16"/>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124" name="Google Shape;124;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 Alt 2">
  <p:cSld name="BLANK_1_1_1_1_1_1_1_1_1_1_1_1_2">
    <p:spTree>
      <p:nvGrpSpPr>
        <p:cNvPr id="1" name="Shape 125"/>
        <p:cNvGrpSpPr/>
        <p:nvPr/>
      </p:nvGrpSpPr>
      <p:grpSpPr>
        <a:xfrm>
          <a:off x="0" y="0"/>
          <a:ext cx="0" cy="0"/>
          <a:chOff x="0" y="0"/>
          <a:chExt cx="0" cy="0"/>
        </a:xfrm>
      </p:grpSpPr>
      <p:sp>
        <p:nvSpPr>
          <p:cNvPr id="126" name="Google Shape;126;p17"/>
          <p:cNvSpPr/>
          <p:nvPr/>
        </p:nvSpPr>
        <p:spPr>
          <a:xfrm rot="-5400000">
            <a:off x="-2575150" y="-150"/>
            <a:ext cx="5143800" cy="5143500"/>
          </a:xfrm>
          <a:prstGeom prst="pie">
            <a:avLst>
              <a:gd name="adj1" fmla="val 3746"/>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27" name="Google Shape;127;p17"/>
          <p:cNvSpPr/>
          <p:nvPr/>
        </p:nvSpPr>
        <p:spPr>
          <a:xfrm rot="5400000">
            <a:off x="-3261" y="1"/>
            <a:ext cx="5143500" cy="5143500"/>
          </a:xfrm>
          <a:prstGeom prst="pie">
            <a:avLst>
              <a:gd name="adj1" fmla="val 0"/>
              <a:gd name="adj2" fmla="val 5408708"/>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28" name="Google Shape;128;p17"/>
          <p:cNvSpPr txBox="1">
            <a:spLocks noGrp="1"/>
          </p:cNvSpPr>
          <p:nvPr>
            <p:ph type="subTitle" idx="1"/>
          </p:nvPr>
        </p:nvSpPr>
        <p:spPr>
          <a:xfrm>
            <a:off x="3236625" y="1936752"/>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29" name="Google Shape;129;p17"/>
          <p:cNvSpPr txBox="1">
            <a:spLocks noGrp="1"/>
          </p:cNvSpPr>
          <p:nvPr>
            <p:ph type="subTitle" idx="2"/>
          </p:nvPr>
        </p:nvSpPr>
        <p:spPr>
          <a:xfrm>
            <a:off x="3236625" y="2920654"/>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30" name="Google Shape;130;p17"/>
          <p:cNvSpPr txBox="1">
            <a:spLocks noGrp="1"/>
          </p:cNvSpPr>
          <p:nvPr>
            <p:ph type="subTitle" idx="3"/>
          </p:nvPr>
        </p:nvSpPr>
        <p:spPr>
          <a:xfrm>
            <a:off x="3236625" y="3912436"/>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31" name="Google Shape;131;p17"/>
          <p:cNvSpPr txBox="1">
            <a:spLocks noGrp="1"/>
          </p:cNvSpPr>
          <p:nvPr>
            <p:ph type="subTitle" idx="4"/>
          </p:nvPr>
        </p:nvSpPr>
        <p:spPr>
          <a:xfrm>
            <a:off x="6183150" y="1936752"/>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32" name="Google Shape;132;p17"/>
          <p:cNvSpPr txBox="1">
            <a:spLocks noGrp="1"/>
          </p:cNvSpPr>
          <p:nvPr>
            <p:ph type="subTitle" idx="5"/>
          </p:nvPr>
        </p:nvSpPr>
        <p:spPr>
          <a:xfrm>
            <a:off x="6183150" y="2920654"/>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33" name="Google Shape;133;p17"/>
          <p:cNvSpPr txBox="1">
            <a:spLocks noGrp="1"/>
          </p:cNvSpPr>
          <p:nvPr>
            <p:ph type="subTitle" idx="6"/>
          </p:nvPr>
        </p:nvSpPr>
        <p:spPr>
          <a:xfrm>
            <a:off x="6183150" y="3912436"/>
            <a:ext cx="2331300" cy="893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600"/>
              <a:buFont typeface="Poppins"/>
              <a:buNone/>
              <a:defRPr sz="1600" b="1">
                <a:latin typeface="Poppins"/>
                <a:ea typeface="Poppins"/>
                <a:cs typeface="Poppins"/>
                <a:sym typeface="Poppins"/>
              </a:defRPr>
            </a:lvl1pPr>
            <a:lvl2pPr lvl="1">
              <a:spcBef>
                <a:spcPts val="1200"/>
              </a:spcBef>
              <a:spcAft>
                <a:spcPts val="0"/>
              </a:spcAft>
              <a:buClr>
                <a:schemeClr val="lt1"/>
              </a:buClr>
              <a:buSzPts val="1600"/>
              <a:buFont typeface="Poppins"/>
              <a:buNone/>
              <a:defRPr sz="1600" b="1">
                <a:latin typeface="Poppins"/>
                <a:ea typeface="Poppins"/>
                <a:cs typeface="Poppins"/>
                <a:sym typeface="Poppins"/>
              </a:defRPr>
            </a:lvl2pPr>
            <a:lvl3pPr lvl="2">
              <a:spcBef>
                <a:spcPts val="1200"/>
              </a:spcBef>
              <a:spcAft>
                <a:spcPts val="0"/>
              </a:spcAft>
              <a:buClr>
                <a:schemeClr val="lt1"/>
              </a:buClr>
              <a:buSzPts val="1600"/>
              <a:buFont typeface="Poppins"/>
              <a:buNone/>
              <a:defRPr sz="1600" b="1">
                <a:latin typeface="Poppins"/>
                <a:ea typeface="Poppins"/>
                <a:cs typeface="Poppins"/>
                <a:sym typeface="Poppins"/>
              </a:defRPr>
            </a:lvl3pPr>
            <a:lvl4pPr lvl="3">
              <a:spcBef>
                <a:spcPts val="1200"/>
              </a:spcBef>
              <a:spcAft>
                <a:spcPts val="0"/>
              </a:spcAft>
              <a:buClr>
                <a:schemeClr val="lt1"/>
              </a:buClr>
              <a:buSzPts val="1600"/>
              <a:buFont typeface="Poppins"/>
              <a:buNone/>
              <a:defRPr sz="1600" b="1">
                <a:latin typeface="Poppins"/>
                <a:ea typeface="Poppins"/>
                <a:cs typeface="Poppins"/>
                <a:sym typeface="Poppins"/>
              </a:defRPr>
            </a:lvl4pPr>
            <a:lvl5pPr lvl="4">
              <a:spcBef>
                <a:spcPts val="1200"/>
              </a:spcBef>
              <a:spcAft>
                <a:spcPts val="0"/>
              </a:spcAft>
              <a:buClr>
                <a:schemeClr val="lt1"/>
              </a:buClr>
              <a:buSzPts val="1600"/>
              <a:buFont typeface="Poppins"/>
              <a:buNone/>
              <a:defRPr sz="1600" b="1">
                <a:latin typeface="Poppins"/>
                <a:ea typeface="Poppins"/>
                <a:cs typeface="Poppins"/>
                <a:sym typeface="Poppins"/>
              </a:defRPr>
            </a:lvl5pPr>
            <a:lvl6pPr lvl="5">
              <a:spcBef>
                <a:spcPts val="1200"/>
              </a:spcBef>
              <a:spcAft>
                <a:spcPts val="0"/>
              </a:spcAft>
              <a:buClr>
                <a:schemeClr val="lt1"/>
              </a:buClr>
              <a:buSzPts val="1600"/>
              <a:buFont typeface="Poppins"/>
              <a:buNone/>
              <a:defRPr sz="1600" b="1">
                <a:latin typeface="Poppins"/>
                <a:ea typeface="Poppins"/>
                <a:cs typeface="Poppins"/>
                <a:sym typeface="Poppins"/>
              </a:defRPr>
            </a:lvl6pPr>
            <a:lvl7pPr lvl="6">
              <a:spcBef>
                <a:spcPts val="1200"/>
              </a:spcBef>
              <a:spcAft>
                <a:spcPts val="0"/>
              </a:spcAft>
              <a:buClr>
                <a:schemeClr val="lt1"/>
              </a:buClr>
              <a:buSzPts val="1600"/>
              <a:buFont typeface="Poppins"/>
              <a:buNone/>
              <a:defRPr sz="1600" b="1">
                <a:latin typeface="Poppins"/>
                <a:ea typeface="Poppins"/>
                <a:cs typeface="Poppins"/>
                <a:sym typeface="Poppins"/>
              </a:defRPr>
            </a:lvl7pPr>
            <a:lvl8pPr lvl="7">
              <a:spcBef>
                <a:spcPts val="1200"/>
              </a:spcBef>
              <a:spcAft>
                <a:spcPts val="0"/>
              </a:spcAft>
              <a:buClr>
                <a:schemeClr val="lt1"/>
              </a:buClr>
              <a:buSzPts val="1600"/>
              <a:buFont typeface="Poppins"/>
              <a:buNone/>
              <a:defRPr sz="1600" b="1">
                <a:latin typeface="Poppins"/>
                <a:ea typeface="Poppins"/>
                <a:cs typeface="Poppins"/>
                <a:sym typeface="Poppins"/>
              </a:defRPr>
            </a:lvl8pPr>
            <a:lvl9pPr lvl="8">
              <a:spcBef>
                <a:spcPts val="1200"/>
              </a:spcBef>
              <a:spcAft>
                <a:spcPts val="1200"/>
              </a:spcAft>
              <a:buClr>
                <a:schemeClr val="lt1"/>
              </a:buClr>
              <a:buSzPts val="1600"/>
              <a:buFont typeface="Poppins"/>
              <a:buNone/>
              <a:defRPr sz="1600" b="1">
                <a:latin typeface="Poppins"/>
                <a:ea typeface="Poppins"/>
                <a:cs typeface="Poppins"/>
                <a:sym typeface="Poppins"/>
              </a:defRPr>
            </a:lvl9pPr>
          </a:lstStyle>
          <a:p>
            <a:endParaRPr/>
          </a:p>
        </p:txBody>
      </p:sp>
      <p:sp>
        <p:nvSpPr>
          <p:cNvPr id="134" name="Google Shape;134;p17"/>
          <p:cNvSpPr txBox="1">
            <a:spLocks noGrp="1"/>
          </p:cNvSpPr>
          <p:nvPr>
            <p:ph type="title"/>
          </p:nvPr>
        </p:nvSpPr>
        <p:spPr>
          <a:xfrm>
            <a:off x="3235425" y="474750"/>
            <a:ext cx="2860800" cy="13158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a:endParaRPr/>
          </a:p>
        </p:txBody>
      </p:sp>
      <p:sp>
        <p:nvSpPr>
          <p:cNvPr id="135" name="Google Shape;135;p17"/>
          <p:cNvSpPr txBox="1">
            <a:spLocks noGrp="1"/>
          </p:cNvSpPr>
          <p:nvPr>
            <p:ph type="subTitle" idx="7"/>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36" name="Google Shape;136;p17"/>
          <p:cNvSpPr txBox="1">
            <a:spLocks noGrp="1"/>
          </p:cNvSpPr>
          <p:nvPr>
            <p:ph type="subTitle" idx="8"/>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137" name="Google Shape;137;p17"/>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138" name="Google Shape;138;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s">
  <p:cSld name="BLANK_1_1_1_1_1_1_1_1_1_1_1_1_2_1">
    <p:spTree>
      <p:nvGrpSpPr>
        <p:cNvPr id="1" name="Shape 139"/>
        <p:cNvGrpSpPr/>
        <p:nvPr/>
      </p:nvGrpSpPr>
      <p:grpSpPr>
        <a:xfrm>
          <a:off x="0" y="0"/>
          <a:ext cx="0" cy="0"/>
          <a:chOff x="0" y="0"/>
          <a:chExt cx="0" cy="0"/>
        </a:xfrm>
      </p:grpSpPr>
      <p:sp>
        <p:nvSpPr>
          <p:cNvPr id="140" name="Google Shape;140;p18"/>
          <p:cNvSpPr txBox="1">
            <a:spLocks noGrp="1"/>
          </p:cNvSpPr>
          <p:nvPr>
            <p:ph type="subTitle" idx="1"/>
          </p:nvPr>
        </p:nvSpPr>
        <p:spPr>
          <a:xfrm>
            <a:off x="5537976" y="1421821"/>
            <a:ext cx="3453600" cy="311100"/>
          </a:xfrm>
          <a:prstGeom prst="rect">
            <a:avLst/>
          </a:prstGeom>
        </p:spPr>
        <p:txBody>
          <a:bodyPr spcFirstLastPara="1" wrap="square" lIns="0" tIns="91425" rIns="91425" bIns="0" anchor="b" anchorCtr="0">
            <a:normAutofit/>
          </a:bodyPr>
          <a:lstStyle>
            <a:lvl1pPr lvl="0">
              <a:spcBef>
                <a:spcPts val="0"/>
              </a:spcBef>
              <a:spcAft>
                <a:spcPts val="0"/>
              </a:spcAft>
              <a:buClr>
                <a:schemeClr val="lt1"/>
              </a:buClr>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1500"/>
              <a:buFont typeface="Poppins"/>
              <a:buNone/>
              <a:defRPr sz="1500" b="1">
                <a:latin typeface="Poppins"/>
                <a:ea typeface="Poppins"/>
                <a:cs typeface="Poppins"/>
                <a:sym typeface="Poppins"/>
              </a:defRPr>
            </a:lvl2pPr>
            <a:lvl3pPr lvl="2">
              <a:spcBef>
                <a:spcPts val="0"/>
              </a:spcBef>
              <a:spcAft>
                <a:spcPts val="0"/>
              </a:spcAft>
              <a:buClr>
                <a:schemeClr val="lt1"/>
              </a:buClr>
              <a:buSzPts val="1500"/>
              <a:buFont typeface="Poppins"/>
              <a:buNone/>
              <a:defRPr sz="1500" b="1">
                <a:latin typeface="Poppins"/>
                <a:ea typeface="Poppins"/>
                <a:cs typeface="Poppins"/>
                <a:sym typeface="Poppins"/>
              </a:defRPr>
            </a:lvl3pPr>
            <a:lvl4pPr lvl="3">
              <a:spcBef>
                <a:spcPts val="0"/>
              </a:spcBef>
              <a:spcAft>
                <a:spcPts val="0"/>
              </a:spcAft>
              <a:buClr>
                <a:schemeClr val="lt1"/>
              </a:buClr>
              <a:buSzPts val="1500"/>
              <a:buFont typeface="Poppins"/>
              <a:buNone/>
              <a:defRPr sz="1500" b="1">
                <a:latin typeface="Poppins"/>
                <a:ea typeface="Poppins"/>
                <a:cs typeface="Poppins"/>
                <a:sym typeface="Poppins"/>
              </a:defRPr>
            </a:lvl4pPr>
            <a:lvl5pPr lvl="4">
              <a:spcBef>
                <a:spcPts val="0"/>
              </a:spcBef>
              <a:spcAft>
                <a:spcPts val="0"/>
              </a:spcAft>
              <a:buClr>
                <a:schemeClr val="lt1"/>
              </a:buClr>
              <a:buSzPts val="1500"/>
              <a:buFont typeface="Poppins"/>
              <a:buNone/>
              <a:defRPr sz="1500" b="1">
                <a:latin typeface="Poppins"/>
                <a:ea typeface="Poppins"/>
                <a:cs typeface="Poppins"/>
                <a:sym typeface="Poppins"/>
              </a:defRPr>
            </a:lvl5pPr>
            <a:lvl6pPr lvl="5">
              <a:spcBef>
                <a:spcPts val="0"/>
              </a:spcBef>
              <a:spcAft>
                <a:spcPts val="0"/>
              </a:spcAft>
              <a:buClr>
                <a:schemeClr val="lt1"/>
              </a:buClr>
              <a:buSzPts val="1500"/>
              <a:buFont typeface="Poppins"/>
              <a:buNone/>
              <a:defRPr sz="1500" b="1">
                <a:latin typeface="Poppins"/>
                <a:ea typeface="Poppins"/>
                <a:cs typeface="Poppins"/>
                <a:sym typeface="Poppins"/>
              </a:defRPr>
            </a:lvl6pPr>
            <a:lvl7pPr lvl="6">
              <a:spcBef>
                <a:spcPts val="0"/>
              </a:spcBef>
              <a:spcAft>
                <a:spcPts val="0"/>
              </a:spcAft>
              <a:buClr>
                <a:schemeClr val="lt1"/>
              </a:buClr>
              <a:buSzPts val="1500"/>
              <a:buFont typeface="Poppins"/>
              <a:buNone/>
              <a:defRPr sz="1500" b="1">
                <a:latin typeface="Poppins"/>
                <a:ea typeface="Poppins"/>
                <a:cs typeface="Poppins"/>
                <a:sym typeface="Poppins"/>
              </a:defRPr>
            </a:lvl7pPr>
            <a:lvl8pPr lvl="7">
              <a:spcBef>
                <a:spcPts val="0"/>
              </a:spcBef>
              <a:spcAft>
                <a:spcPts val="0"/>
              </a:spcAft>
              <a:buClr>
                <a:schemeClr val="lt1"/>
              </a:buClr>
              <a:buSzPts val="1500"/>
              <a:buFont typeface="Poppins"/>
              <a:buNone/>
              <a:defRPr sz="1500" b="1">
                <a:latin typeface="Poppins"/>
                <a:ea typeface="Poppins"/>
                <a:cs typeface="Poppins"/>
                <a:sym typeface="Poppins"/>
              </a:defRPr>
            </a:lvl8pPr>
            <a:lvl9pPr lvl="8">
              <a:spcBef>
                <a:spcPts val="0"/>
              </a:spcBef>
              <a:spcAft>
                <a:spcPts val="0"/>
              </a:spcAft>
              <a:buClr>
                <a:schemeClr val="lt1"/>
              </a:buClr>
              <a:buSzPts val="1500"/>
              <a:buFont typeface="Poppins"/>
              <a:buNone/>
              <a:defRPr sz="1500" b="1">
                <a:latin typeface="Poppins"/>
                <a:ea typeface="Poppins"/>
                <a:cs typeface="Poppins"/>
                <a:sym typeface="Poppins"/>
              </a:defRPr>
            </a:lvl9pPr>
          </a:lstStyle>
          <a:p>
            <a:endParaRPr/>
          </a:p>
        </p:txBody>
      </p:sp>
      <p:sp>
        <p:nvSpPr>
          <p:cNvPr id="141" name="Google Shape;141;p18"/>
          <p:cNvSpPr txBox="1">
            <a:spLocks noGrp="1"/>
          </p:cNvSpPr>
          <p:nvPr>
            <p:ph type="subTitle" idx="2"/>
          </p:nvPr>
        </p:nvSpPr>
        <p:spPr>
          <a:xfrm>
            <a:off x="5537976" y="1658233"/>
            <a:ext cx="3453600" cy="311100"/>
          </a:xfrm>
          <a:prstGeom prst="rect">
            <a:avLst/>
          </a:prstGeom>
        </p:spPr>
        <p:txBody>
          <a:bodyPr spcFirstLastPara="1" wrap="square" lIns="0" tIns="91425" rIns="91425" bIns="0" anchor="t" anchorCtr="0">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a:endParaRPr/>
          </a:p>
        </p:txBody>
      </p:sp>
      <p:sp>
        <p:nvSpPr>
          <p:cNvPr id="142" name="Google Shape;142;p18"/>
          <p:cNvSpPr txBox="1">
            <a:spLocks noGrp="1"/>
          </p:cNvSpPr>
          <p:nvPr>
            <p:ph type="subTitle" idx="3"/>
          </p:nvPr>
        </p:nvSpPr>
        <p:spPr>
          <a:xfrm>
            <a:off x="5537976" y="2185603"/>
            <a:ext cx="3453600" cy="311100"/>
          </a:xfrm>
          <a:prstGeom prst="rect">
            <a:avLst/>
          </a:prstGeom>
        </p:spPr>
        <p:txBody>
          <a:bodyPr spcFirstLastPara="1" wrap="square" lIns="0" tIns="91425" rIns="91425" bIns="0" anchor="b" anchorCtr="0">
            <a:normAutofit/>
          </a:bodyPr>
          <a:lstStyle>
            <a:lvl1pPr lvl="0">
              <a:spcBef>
                <a:spcPts val="0"/>
              </a:spcBef>
              <a:spcAft>
                <a:spcPts val="0"/>
              </a:spcAft>
              <a:buClr>
                <a:schemeClr val="lt1"/>
              </a:buClr>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1500"/>
              <a:buFont typeface="Poppins"/>
              <a:buNone/>
              <a:defRPr sz="1500" b="1">
                <a:latin typeface="Poppins"/>
                <a:ea typeface="Poppins"/>
                <a:cs typeface="Poppins"/>
                <a:sym typeface="Poppins"/>
              </a:defRPr>
            </a:lvl2pPr>
            <a:lvl3pPr lvl="2">
              <a:spcBef>
                <a:spcPts val="0"/>
              </a:spcBef>
              <a:spcAft>
                <a:spcPts val="0"/>
              </a:spcAft>
              <a:buClr>
                <a:schemeClr val="lt1"/>
              </a:buClr>
              <a:buSzPts val="1500"/>
              <a:buFont typeface="Poppins"/>
              <a:buNone/>
              <a:defRPr sz="1500" b="1">
                <a:latin typeface="Poppins"/>
                <a:ea typeface="Poppins"/>
                <a:cs typeface="Poppins"/>
                <a:sym typeface="Poppins"/>
              </a:defRPr>
            </a:lvl3pPr>
            <a:lvl4pPr lvl="3">
              <a:spcBef>
                <a:spcPts val="0"/>
              </a:spcBef>
              <a:spcAft>
                <a:spcPts val="0"/>
              </a:spcAft>
              <a:buClr>
                <a:schemeClr val="lt1"/>
              </a:buClr>
              <a:buSzPts val="1500"/>
              <a:buFont typeface="Poppins"/>
              <a:buNone/>
              <a:defRPr sz="1500" b="1">
                <a:latin typeface="Poppins"/>
                <a:ea typeface="Poppins"/>
                <a:cs typeface="Poppins"/>
                <a:sym typeface="Poppins"/>
              </a:defRPr>
            </a:lvl4pPr>
            <a:lvl5pPr lvl="4">
              <a:spcBef>
                <a:spcPts val="0"/>
              </a:spcBef>
              <a:spcAft>
                <a:spcPts val="0"/>
              </a:spcAft>
              <a:buClr>
                <a:schemeClr val="lt1"/>
              </a:buClr>
              <a:buSzPts val="1500"/>
              <a:buFont typeface="Poppins"/>
              <a:buNone/>
              <a:defRPr sz="1500" b="1">
                <a:latin typeface="Poppins"/>
                <a:ea typeface="Poppins"/>
                <a:cs typeface="Poppins"/>
                <a:sym typeface="Poppins"/>
              </a:defRPr>
            </a:lvl5pPr>
            <a:lvl6pPr lvl="5">
              <a:spcBef>
                <a:spcPts val="0"/>
              </a:spcBef>
              <a:spcAft>
                <a:spcPts val="0"/>
              </a:spcAft>
              <a:buClr>
                <a:schemeClr val="lt1"/>
              </a:buClr>
              <a:buSzPts val="1500"/>
              <a:buFont typeface="Poppins"/>
              <a:buNone/>
              <a:defRPr sz="1500" b="1">
                <a:latin typeface="Poppins"/>
                <a:ea typeface="Poppins"/>
                <a:cs typeface="Poppins"/>
                <a:sym typeface="Poppins"/>
              </a:defRPr>
            </a:lvl6pPr>
            <a:lvl7pPr lvl="6">
              <a:spcBef>
                <a:spcPts val="0"/>
              </a:spcBef>
              <a:spcAft>
                <a:spcPts val="0"/>
              </a:spcAft>
              <a:buClr>
                <a:schemeClr val="lt1"/>
              </a:buClr>
              <a:buSzPts val="1500"/>
              <a:buFont typeface="Poppins"/>
              <a:buNone/>
              <a:defRPr sz="1500" b="1">
                <a:latin typeface="Poppins"/>
                <a:ea typeface="Poppins"/>
                <a:cs typeface="Poppins"/>
                <a:sym typeface="Poppins"/>
              </a:defRPr>
            </a:lvl7pPr>
            <a:lvl8pPr lvl="7">
              <a:spcBef>
                <a:spcPts val="0"/>
              </a:spcBef>
              <a:spcAft>
                <a:spcPts val="0"/>
              </a:spcAft>
              <a:buClr>
                <a:schemeClr val="lt1"/>
              </a:buClr>
              <a:buSzPts val="1500"/>
              <a:buFont typeface="Poppins"/>
              <a:buNone/>
              <a:defRPr sz="1500" b="1">
                <a:latin typeface="Poppins"/>
                <a:ea typeface="Poppins"/>
                <a:cs typeface="Poppins"/>
                <a:sym typeface="Poppins"/>
              </a:defRPr>
            </a:lvl8pPr>
            <a:lvl9pPr lvl="8">
              <a:spcBef>
                <a:spcPts val="0"/>
              </a:spcBef>
              <a:spcAft>
                <a:spcPts val="0"/>
              </a:spcAft>
              <a:buClr>
                <a:schemeClr val="lt1"/>
              </a:buClr>
              <a:buSzPts val="1500"/>
              <a:buFont typeface="Poppins"/>
              <a:buNone/>
              <a:defRPr sz="1500" b="1">
                <a:latin typeface="Poppins"/>
                <a:ea typeface="Poppins"/>
                <a:cs typeface="Poppins"/>
                <a:sym typeface="Poppins"/>
              </a:defRPr>
            </a:lvl9pPr>
          </a:lstStyle>
          <a:p>
            <a:endParaRPr/>
          </a:p>
        </p:txBody>
      </p:sp>
      <p:sp>
        <p:nvSpPr>
          <p:cNvPr id="143" name="Google Shape;143;p18"/>
          <p:cNvSpPr txBox="1">
            <a:spLocks noGrp="1"/>
          </p:cNvSpPr>
          <p:nvPr>
            <p:ph type="subTitle" idx="4"/>
          </p:nvPr>
        </p:nvSpPr>
        <p:spPr>
          <a:xfrm>
            <a:off x="5537976" y="2421696"/>
            <a:ext cx="3453600" cy="311100"/>
          </a:xfrm>
          <a:prstGeom prst="rect">
            <a:avLst/>
          </a:prstGeom>
        </p:spPr>
        <p:txBody>
          <a:bodyPr spcFirstLastPara="1" wrap="square" lIns="0" tIns="91425" rIns="91425" bIns="0" anchor="t" anchorCtr="0">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a:endParaRPr/>
          </a:p>
        </p:txBody>
      </p:sp>
      <p:sp>
        <p:nvSpPr>
          <p:cNvPr id="144" name="Google Shape;144;p18"/>
          <p:cNvSpPr txBox="1">
            <a:spLocks noGrp="1"/>
          </p:cNvSpPr>
          <p:nvPr>
            <p:ph type="subTitle" idx="5"/>
          </p:nvPr>
        </p:nvSpPr>
        <p:spPr>
          <a:xfrm>
            <a:off x="5537976" y="2954416"/>
            <a:ext cx="3453600" cy="311100"/>
          </a:xfrm>
          <a:prstGeom prst="rect">
            <a:avLst/>
          </a:prstGeom>
        </p:spPr>
        <p:txBody>
          <a:bodyPr spcFirstLastPara="1" wrap="square" lIns="0" tIns="91425" rIns="91425" bIns="0" anchor="b" anchorCtr="0">
            <a:normAutofit/>
          </a:bodyPr>
          <a:lstStyle>
            <a:lvl1pPr lvl="0">
              <a:spcBef>
                <a:spcPts val="0"/>
              </a:spcBef>
              <a:spcAft>
                <a:spcPts val="0"/>
              </a:spcAft>
              <a:buClr>
                <a:schemeClr val="lt1"/>
              </a:buClr>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1500"/>
              <a:buFont typeface="Poppins"/>
              <a:buNone/>
              <a:defRPr sz="1500" b="1">
                <a:latin typeface="Poppins"/>
                <a:ea typeface="Poppins"/>
                <a:cs typeface="Poppins"/>
                <a:sym typeface="Poppins"/>
              </a:defRPr>
            </a:lvl2pPr>
            <a:lvl3pPr lvl="2">
              <a:spcBef>
                <a:spcPts val="0"/>
              </a:spcBef>
              <a:spcAft>
                <a:spcPts val="0"/>
              </a:spcAft>
              <a:buClr>
                <a:schemeClr val="lt1"/>
              </a:buClr>
              <a:buSzPts val="1500"/>
              <a:buFont typeface="Poppins"/>
              <a:buNone/>
              <a:defRPr sz="1500" b="1">
                <a:latin typeface="Poppins"/>
                <a:ea typeface="Poppins"/>
                <a:cs typeface="Poppins"/>
                <a:sym typeface="Poppins"/>
              </a:defRPr>
            </a:lvl3pPr>
            <a:lvl4pPr lvl="3">
              <a:spcBef>
                <a:spcPts val="0"/>
              </a:spcBef>
              <a:spcAft>
                <a:spcPts val="0"/>
              </a:spcAft>
              <a:buClr>
                <a:schemeClr val="lt1"/>
              </a:buClr>
              <a:buSzPts val="1500"/>
              <a:buFont typeface="Poppins"/>
              <a:buNone/>
              <a:defRPr sz="1500" b="1">
                <a:latin typeface="Poppins"/>
                <a:ea typeface="Poppins"/>
                <a:cs typeface="Poppins"/>
                <a:sym typeface="Poppins"/>
              </a:defRPr>
            </a:lvl4pPr>
            <a:lvl5pPr lvl="4">
              <a:spcBef>
                <a:spcPts val="0"/>
              </a:spcBef>
              <a:spcAft>
                <a:spcPts val="0"/>
              </a:spcAft>
              <a:buClr>
                <a:schemeClr val="lt1"/>
              </a:buClr>
              <a:buSzPts val="1500"/>
              <a:buFont typeface="Poppins"/>
              <a:buNone/>
              <a:defRPr sz="1500" b="1">
                <a:latin typeface="Poppins"/>
                <a:ea typeface="Poppins"/>
                <a:cs typeface="Poppins"/>
                <a:sym typeface="Poppins"/>
              </a:defRPr>
            </a:lvl5pPr>
            <a:lvl6pPr lvl="5">
              <a:spcBef>
                <a:spcPts val="0"/>
              </a:spcBef>
              <a:spcAft>
                <a:spcPts val="0"/>
              </a:spcAft>
              <a:buClr>
                <a:schemeClr val="lt1"/>
              </a:buClr>
              <a:buSzPts val="1500"/>
              <a:buFont typeface="Poppins"/>
              <a:buNone/>
              <a:defRPr sz="1500" b="1">
                <a:latin typeface="Poppins"/>
                <a:ea typeface="Poppins"/>
                <a:cs typeface="Poppins"/>
                <a:sym typeface="Poppins"/>
              </a:defRPr>
            </a:lvl6pPr>
            <a:lvl7pPr lvl="6">
              <a:spcBef>
                <a:spcPts val="0"/>
              </a:spcBef>
              <a:spcAft>
                <a:spcPts val="0"/>
              </a:spcAft>
              <a:buClr>
                <a:schemeClr val="lt1"/>
              </a:buClr>
              <a:buSzPts val="1500"/>
              <a:buFont typeface="Poppins"/>
              <a:buNone/>
              <a:defRPr sz="1500" b="1">
                <a:latin typeface="Poppins"/>
                <a:ea typeface="Poppins"/>
                <a:cs typeface="Poppins"/>
                <a:sym typeface="Poppins"/>
              </a:defRPr>
            </a:lvl7pPr>
            <a:lvl8pPr lvl="7">
              <a:spcBef>
                <a:spcPts val="0"/>
              </a:spcBef>
              <a:spcAft>
                <a:spcPts val="0"/>
              </a:spcAft>
              <a:buClr>
                <a:schemeClr val="lt1"/>
              </a:buClr>
              <a:buSzPts val="1500"/>
              <a:buFont typeface="Poppins"/>
              <a:buNone/>
              <a:defRPr sz="1500" b="1">
                <a:latin typeface="Poppins"/>
                <a:ea typeface="Poppins"/>
                <a:cs typeface="Poppins"/>
                <a:sym typeface="Poppins"/>
              </a:defRPr>
            </a:lvl8pPr>
            <a:lvl9pPr lvl="8">
              <a:spcBef>
                <a:spcPts val="0"/>
              </a:spcBef>
              <a:spcAft>
                <a:spcPts val="0"/>
              </a:spcAft>
              <a:buClr>
                <a:schemeClr val="lt1"/>
              </a:buClr>
              <a:buSzPts val="1500"/>
              <a:buFont typeface="Poppins"/>
              <a:buNone/>
              <a:defRPr sz="1500" b="1">
                <a:latin typeface="Poppins"/>
                <a:ea typeface="Poppins"/>
                <a:cs typeface="Poppins"/>
                <a:sym typeface="Poppins"/>
              </a:defRPr>
            </a:lvl9pPr>
          </a:lstStyle>
          <a:p>
            <a:endParaRPr/>
          </a:p>
        </p:txBody>
      </p:sp>
      <p:sp>
        <p:nvSpPr>
          <p:cNvPr id="145" name="Google Shape;145;p18"/>
          <p:cNvSpPr txBox="1">
            <a:spLocks noGrp="1"/>
          </p:cNvSpPr>
          <p:nvPr>
            <p:ph type="subTitle" idx="6"/>
          </p:nvPr>
        </p:nvSpPr>
        <p:spPr>
          <a:xfrm>
            <a:off x="5537976" y="3190509"/>
            <a:ext cx="3453600" cy="311100"/>
          </a:xfrm>
          <a:prstGeom prst="rect">
            <a:avLst/>
          </a:prstGeom>
        </p:spPr>
        <p:txBody>
          <a:bodyPr spcFirstLastPara="1" wrap="square" lIns="0" tIns="91425" rIns="91425" bIns="0" anchor="t" anchorCtr="0">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a:endParaRPr/>
          </a:p>
        </p:txBody>
      </p:sp>
      <p:sp>
        <p:nvSpPr>
          <p:cNvPr id="146" name="Google Shape;146;p18"/>
          <p:cNvSpPr txBox="1">
            <a:spLocks noGrp="1"/>
          </p:cNvSpPr>
          <p:nvPr>
            <p:ph type="subTitle" idx="7"/>
          </p:nvPr>
        </p:nvSpPr>
        <p:spPr>
          <a:xfrm>
            <a:off x="5537976" y="3717879"/>
            <a:ext cx="3453600" cy="311100"/>
          </a:xfrm>
          <a:prstGeom prst="rect">
            <a:avLst/>
          </a:prstGeom>
        </p:spPr>
        <p:txBody>
          <a:bodyPr spcFirstLastPara="1" wrap="square" lIns="0" tIns="91425" rIns="91425" bIns="0" anchor="b" anchorCtr="0">
            <a:normAutofit/>
          </a:bodyPr>
          <a:lstStyle>
            <a:lvl1pPr lvl="0">
              <a:spcBef>
                <a:spcPts val="0"/>
              </a:spcBef>
              <a:spcAft>
                <a:spcPts val="0"/>
              </a:spcAft>
              <a:buClr>
                <a:schemeClr val="lt1"/>
              </a:buClr>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1500"/>
              <a:buFont typeface="Poppins"/>
              <a:buNone/>
              <a:defRPr sz="1500" b="1">
                <a:latin typeface="Poppins"/>
                <a:ea typeface="Poppins"/>
                <a:cs typeface="Poppins"/>
                <a:sym typeface="Poppins"/>
              </a:defRPr>
            </a:lvl2pPr>
            <a:lvl3pPr lvl="2">
              <a:spcBef>
                <a:spcPts val="0"/>
              </a:spcBef>
              <a:spcAft>
                <a:spcPts val="0"/>
              </a:spcAft>
              <a:buClr>
                <a:schemeClr val="lt1"/>
              </a:buClr>
              <a:buSzPts val="1500"/>
              <a:buFont typeface="Poppins"/>
              <a:buNone/>
              <a:defRPr sz="1500" b="1">
                <a:latin typeface="Poppins"/>
                <a:ea typeface="Poppins"/>
                <a:cs typeface="Poppins"/>
                <a:sym typeface="Poppins"/>
              </a:defRPr>
            </a:lvl3pPr>
            <a:lvl4pPr lvl="3">
              <a:spcBef>
                <a:spcPts val="0"/>
              </a:spcBef>
              <a:spcAft>
                <a:spcPts val="0"/>
              </a:spcAft>
              <a:buClr>
                <a:schemeClr val="lt1"/>
              </a:buClr>
              <a:buSzPts val="1500"/>
              <a:buFont typeface="Poppins"/>
              <a:buNone/>
              <a:defRPr sz="1500" b="1">
                <a:latin typeface="Poppins"/>
                <a:ea typeface="Poppins"/>
                <a:cs typeface="Poppins"/>
                <a:sym typeface="Poppins"/>
              </a:defRPr>
            </a:lvl4pPr>
            <a:lvl5pPr lvl="4">
              <a:spcBef>
                <a:spcPts val="0"/>
              </a:spcBef>
              <a:spcAft>
                <a:spcPts val="0"/>
              </a:spcAft>
              <a:buClr>
                <a:schemeClr val="lt1"/>
              </a:buClr>
              <a:buSzPts val="1500"/>
              <a:buFont typeface="Poppins"/>
              <a:buNone/>
              <a:defRPr sz="1500" b="1">
                <a:latin typeface="Poppins"/>
                <a:ea typeface="Poppins"/>
                <a:cs typeface="Poppins"/>
                <a:sym typeface="Poppins"/>
              </a:defRPr>
            </a:lvl5pPr>
            <a:lvl6pPr lvl="5">
              <a:spcBef>
                <a:spcPts val="0"/>
              </a:spcBef>
              <a:spcAft>
                <a:spcPts val="0"/>
              </a:spcAft>
              <a:buClr>
                <a:schemeClr val="lt1"/>
              </a:buClr>
              <a:buSzPts val="1500"/>
              <a:buFont typeface="Poppins"/>
              <a:buNone/>
              <a:defRPr sz="1500" b="1">
                <a:latin typeface="Poppins"/>
                <a:ea typeface="Poppins"/>
                <a:cs typeface="Poppins"/>
                <a:sym typeface="Poppins"/>
              </a:defRPr>
            </a:lvl6pPr>
            <a:lvl7pPr lvl="6">
              <a:spcBef>
                <a:spcPts val="0"/>
              </a:spcBef>
              <a:spcAft>
                <a:spcPts val="0"/>
              </a:spcAft>
              <a:buClr>
                <a:schemeClr val="lt1"/>
              </a:buClr>
              <a:buSzPts val="1500"/>
              <a:buFont typeface="Poppins"/>
              <a:buNone/>
              <a:defRPr sz="1500" b="1">
                <a:latin typeface="Poppins"/>
                <a:ea typeface="Poppins"/>
                <a:cs typeface="Poppins"/>
                <a:sym typeface="Poppins"/>
              </a:defRPr>
            </a:lvl7pPr>
            <a:lvl8pPr lvl="7">
              <a:spcBef>
                <a:spcPts val="0"/>
              </a:spcBef>
              <a:spcAft>
                <a:spcPts val="0"/>
              </a:spcAft>
              <a:buClr>
                <a:schemeClr val="lt1"/>
              </a:buClr>
              <a:buSzPts val="1500"/>
              <a:buFont typeface="Poppins"/>
              <a:buNone/>
              <a:defRPr sz="1500" b="1">
                <a:latin typeface="Poppins"/>
                <a:ea typeface="Poppins"/>
                <a:cs typeface="Poppins"/>
                <a:sym typeface="Poppins"/>
              </a:defRPr>
            </a:lvl8pPr>
            <a:lvl9pPr lvl="8">
              <a:spcBef>
                <a:spcPts val="0"/>
              </a:spcBef>
              <a:spcAft>
                <a:spcPts val="0"/>
              </a:spcAft>
              <a:buClr>
                <a:schemeClr val="lt1"/>
              </a:buClr>
              <a:buSzPts val="1500"/>
              <a:buFont typeface="Poppins"/>
              <a:buNone/>
              <a:defRPr sz="1500" b="1">
                <a:latin typeface="Poppins"/>
                <a:ea typeface="Poppins"/>
                <a:cs typeface="Poppins"/>
                <a:sym typeface="Poppins"/>
              </a:defRPr>
            </a:lvl9pPr>
          </a:lstStyle>
          <a:p>
            <a:endParaRPr/>
          </a:p>
        </p:txBody>
      </p:sp>
      <p:sp>
        <p:nvSpPr>
          <p:cNvPr id="147" name="Google Shape;147;p18"/>
          <p:cNvSpPr txBox="1">
            <a:spLocks noGrp="1"/>
          </p:cNvSpPr>
          <p:nvPr>
            <p:ph type="subTitle" idx="8"/>
          </p:nvPr>
        </p:nvSpPr>
        <p:spPr>
          <a:xfrm>
            <a:off x="5537976" y="3953971"/>
            <a:ext cx="3453600" cy="311100"/>
          </a:xfrm>
          <a:prstGeom prst="rect">
            <a:avLst/>
          </a:prstGeom>
        </p:spPr>
        <p:txBody>
          <a:bodyPr spcFirstLastPara="1" wrap="square" lIns="0" tIns="91425" rIns="91425" bIns="0" anchor="t" anchorCtr="0">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a:endParaRPr/>
          </a:p>
        </p:txBody>
      </p:sp>
      <p:sp>
        <p:nvSpPr>
          <p:cNvPr id="148" name="Google Shape;148;p18"/>
          <p:cNvSpPr/>
          <p:nvPr/>
        </p:nvSpPr>
        <p:spPr>
          <a:xfrm rot="-5400000">
            <a:off x="-1276000" y="1266039"/>
            <a:ext cx="2537400" cy="2537400"/>
          </a:xfrm>
          <a:prstGeom prst="pie">
            <a:avLst>
              <a:gd name="adj1" fmla="val 0"/>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solidFill>
                <a:schemeClr val="dk1"/>
              </a:solidFill>
              <a:latin typeface="Urbanist"/>
              <a:ea typeface="Urbanist"/>
              <a:cs typeface="Urbanist"/>
              <a:sym typeface="Urbanist"/>
            </a:endParaRPr>
          </a:p>
        </p:txBody>
      </p:sp>
      <p:sp>
        <p:nvSpPr>
          <p:cNvPr id="149" name="Google Shape;149;p18"/>
          <p:cNvSpPr/>
          <p:nvPr/>
        </p:nvSpPr>
        <p:spPr>
          <a:xfrm rot="-5400000">
            <a:off x="-5951" y="2536242"/>
            <a:ext cx="1267200" cy="1267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solidFill>
                <a:schemeClr val="dk1"/>
              </a:solidFill>
              <a:latin typeface="Urbanist"/>
              <a:ea typeface="Urbanist"/>
              <a:cs typeface="Urbanist"/>
              <a:sym typeface="Urbanist"/>
            </a:endParaRPr>
          </a:p>
        </p:txBody>
      </p:sp>
      <p:sp>
        <p:nvSpPr>
          <p:cNvPr id="150" name="Google Shape;150;p18"/>
          <p:cNvSpPr/>
          <p:nvPr/>
        </p:nvSpPr>
        <p:spPr>
          <a:xfrm>
            <a:off x="3244" y="3803442"/>
            <a:ext cx="1340100" cy="134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51" name="Google Shape;151;p18"/>
          <p:cNvSpPr txBox="1">
            <a:spLocks noGrp="1"/>
          </p:cNvSpPr>
          <p:nvPr>
            <p:ph type="title"/>
          </p:nvPr>
        </p:nvSpPr>
        <p:spPr>
          <a:xfrm>
            <a:off x="1582800" y="1485525"/>
            <a:ext cx="29892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a:endParaRPr/>
          </a:p>
        </p:txBody>
      </p:sp>
      <p:sp>
        <p:nvSpPr>
          <p:cNvPr id="152" name="Google Shape;152;p18"/>
          <p:cNvSpPr txBox="1">
            <a:spLocks noGrp="1"/>
          </p:cNvSpPr>
          <p:nvPr>
            <p:ph type="subTitle" idx="9"/>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53" name="Google Shape;153;p18"/>
          <p:cNvSpPr txBox="1">
            <a:spLocks noGrp="1"/>
          </p:cNvSpPr>
          <p:nvPr>
            <p:ph type="subTitle" idx="13"/>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54" name="Google Shape;154;p18"/>
          <p:cNvSpPr txBox="1">
            <a:spLocks noGrp="1"/>
          </p:cNvSpPr>
          <p:nvPr>
            <p:ph type="subTitle" idx="14"/>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155" name="Google Shape;155;p18"/>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156" name="Google Shape;156;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eet the team - Alt 1">
  <p:cSld name="CUSTOM_4_1">
    <p:spTree>
      <p:nvGrpSpPr>
        <p:cNvPr id="1" name="Shape 157"/>
        <p:cNvGrpSpPr/>
        <p:nvPr/>
      </p:nvGrpSpPr>
      <p:grpSpPr>
        <a:xfrm>
          <a:off x="0" y="0"/>
          <a:ext cx="0" cy="0"/>
          <a:chOff x="0" y="0"/>
          <a:chExt cx="0" cy="0"/>
        </a:xfrm>
      </p:grpSpPr>
      <p:sp>
        <p:nvSpPr>
          <p:cNvPr id="158" name="Google Shape;158;p19"/>
          <p:cNvSpPr>
            <a:spLocks noGrp="1"/>
          </p:cNvSpPr>
          <p:nvPr>
            <p:ph type="pic" idx="2"/>
          </p:nvPr>
        </p:nvSpPr>
        <p:spPr>
          <a:xfrm>
            <a:off x="284700" y="1523850"/>
            <a:ext cx="1514700" cy="1312800"/>
          </a:xfrm>
          <a:prstGeom prst="round1Rect">
            <a:avLst>
              <a:gd name="adj" fmla="val 39781"/>
            </a:avLst>
          </a:prstGeom>
          <a:noFill/>
          <a:ln>
            <a:noFill/>
          </a:ln>
        </p:spPr>
      </p:sp>
      <p:sp>
        <p:nvSpPr>
          <p:cNvPr id="159" name="Google Shape;159;p19"/>
          <p:cNvSpPr>
            <a:spLocks noGrp="1"/>
          </p:cNvSpPr>
          <p:nvPr>
            <p:ph type="pic" idx="3"/>
          </p:nvPr>
        </p:nvSpPr>
        <p:spPr>
          <a:xfrm>
            <a:off x="2163625" y="1523850"/>
            <a:ext cx="1514700" cy="1312800"/>
          </a:xfrm>
          <a:prstGeom prst="round1Rect">
            <a:avLst>
              <a:gd name="adj" fmla="val 39781"/>
            </a:avLst>
          </a:prstGeom>
          <a:noFill/>
          <a:ln>
            <a:noFill/>
          </a:ln>
        </p:spPr>
      </p:sp>
      <p:sp>
        <p:nvSpPr>
          <p:cNvPr id="160" name="Google Shape;160;p19"/>
          <p:cNvSpPr>
            <a:spLocks noGrp="1"/>
          </p:cNvSpPr>
          <p:nvPr>
            <p:ph type="pic" idx="4"/>
          </p:nvPr>
        </p:nvSpPr>
        <p:spPr>
          <a:xfrm>
            <a:off x="4087000" y="1523850"/>
            <a:ext cx="1514700" cy="1312800"/>
          </a:xfrm>
          <a:prstGeom prst="round1Rect">
            <a:avLst>
              <a:gd name="adj" fmla="val 39781"/>
            </a:avLst>
          </a:prstGeom>
          <a:noFill/>
          <a:ln>
            <a:noFill/>
          </a:ln>
        </p:spPr>
      </p:sp>
      <p:sp>
        <p:nvSpPr>
          <p:cNvPr id="161" name="Google Shape;161;p19"/>
          <p:cNvSpPr>
            <a:spLocks noGrp="1"/>
          </p:cNvSpPr>
          <p:nvPr>
            <p:ph type="pic" idx="5"/>
          </p:nvPr>
        </p:nvSpPr>
        <p:spPr>
          <a:xfrm>
            <a:off x="5960425" y="1523850"/>
            <a:ext cx="1514700" cy="1312800"/>
          </a:xfrm>
          <a:prstGeom prst="round1Rect">
            <a:avLst>
              <a:gd name="adj" fmla="val 39781"/>
            </a:avLst>
          </a:prstGeom>
          <a:noFill/>
          <a:ln>
            <a:noFill/>
          </a:ln>
        </p:spPr>
      </p:sp>
      <p:sp>
        <p:nvSpPr>
          <p:cNvPr id="162" name="Google Shape;162;p19"/>
          <p:cNvSpPr txBox="1">
            <a:spLocks noGrp="1"/>
          </p:cNvSpPr>
          <p:nvPr>
            <p:ph type="subTitle" idx="1"/>
          </p:nvPr>
        </p:nvSpPr>
        <p:spPr>
          <a:xfrm>
            <a:off x="283475" y="3165225"/>
            <a:ext cx="1514700" cy="190200"/>
          </a:xfrm>
          <a:prstGeom prst="rect">
            <a:avLst/>
          </a:prstGeom>
        </p:spPr>
        <p:txBody>
          <a:bodyPr spcFirstLastPara="1" wrap="square" lIns="0" tIns="0" rIns="91425" bIns="91425" anchor="t" anchorCtr="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a:endParaRPr/>
          </a:p>
        </p:txBody>
      </p:sp>
      <p:sp>
        <p:nvSpPr>
          <p:cNvPr id="163" name="Google Shape;163;p19"/>
          <p:cNvSpPr txBox="1">
            <a:spLocks noGrp="1"/>
          </p:cNvSpPr>
          <p:nvPr>
            <p:ph type="subTitle" idx="6"/>
          </p:nvPr>
        </p:nvSpPr>
        <p:spPr>
          <a:xfrm>
            <a:off x="2162975" y="3165225"/>
            <a:ext cx="1514700" cy="190200"/>
          </a:xfrm>
          <a:prstGeom prst="rect">
            <a:avLst/>
          </a:prstGeom>
        </p:spPr>
        <p:txBody>
          <a:bodyPr spcFirstLastPara="1" wrap="square" lIns="0" tIns="0" rIns="91425" bIns="91425" anchor="t" anchorCtr="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a:endParaRPr/>
          </a:p>
        </p:txBody>
      </p:sp>
      <p:sp>
        <p:nvSpPr>
          <p:cNvPr id="164" name="Google Shape;164;p19"/>
          <p:cNvSpPr txBox="1">
            <a:spLocks noGrp="1"/>
          </p:cNvSpPr>
          <p:nvPr>
            <p:ph type="subTitle" idx="7"/>
          </p:nvPr>
        </p:nvSpPr>
        <p:spPr>
          <a:xfrm>
            <a:off x="4086325" y="3165225"/>
            <a:ext cx="1514700" cy="190200"/>
          </a:xfrm>
          <a:prstGeom prst="rect">
            <a:avLst/>
          </a:prstGeom>
        </p:spPr>
        <p:txBody>
          <a:bodyPr spcFirstLastPara="1" wrap="square" lIns="0" tIns="0" rIns="91425" bIns="91425" anchor="t" anchorCtr="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a:endParaRPr/>
          </a:p>
        </p:txBody>
      </p:sp>
      <p:sp>
        <p:nvSpPr>
          <p:cNvPr id="165" name="Google Shape;165;p19"/>
          <p:cNvSpPr txBox="1">
            <a:spLocks noGrp="1"/>
          </p:cNvSpPr>
          <p:nvPr>
            <p:ph type="subTitle" idx="8"/>
          </p:nvPr>
        </p:nvSpPr>
        <p:spPr>
          <a:xfrm>
            <a:off x="5960425" y="3165225"/>
            <a:ext cx="1514700" cy="190200"/>
          </a:xfrm>
          <a:prstGeom prst="rect">
            <a:avLst/>
          </a:prstGeom>
        </p:spPr>
        <p:txBody>
          <a:bodyPr spcFirstLastPara="1" wrap="square" lIns="0" tIns="0" rIns="91425" bIns="91425" anchor="t" anchorCtr="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a:endParaRPr/>
          </a:p>
        </p:txBody>
      </p:sp>
      <p:sp>
        <p:nvSpPr>
          <p:cNvPr id="166" name="Google Shape;166;p19"/>
          <p:cNvSpPr txBox="1">
            <a:spLocks noGrp="1"/>
          </p:cNvSpPr>
          <p:nvPr>
            <p:ph type="body" idx="9"/>
          </p:nvPr>
        </p:nvSpPr>
        <p:spPr>
          <a:xfrm>
            <a:off x="285350" y="3443925"/>
            <a:ext cx="1514700" cy="1413300"/>
          </a:xfrm>
          <a:prstGeom prst="rect">
            <a:avLst/>
          </a:prstGeom>
        </p:spPr>
        <p:txBody>
          <a:bodyPr spcFirstLastPara="1" wrap="square" lIns="0" tIns="91425" rIns="91425" bIns="91425" anchor="t" anchorCtr="0">
            <a:normAutofit/>
          </a:bodyPr>
          <a:lstStyle>
            <a:lvl1pPr marL="457200" lvl="0"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marL="914400" lvl="1"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marL="1371600" lvl="2"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marL="1828800" lvl="3"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marL="2286000" lvl="4"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marL="2743200" lvl="5"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marL="3200400" lvl="6"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marL="3657600" lvl="7"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marL="4114800" lvl="8"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a:endParaRPr/>
          </a:p>
        </p:txBody>
      </p:sp>
      <p:sp>
        <p:nvSpPr>
          <p:cNvPr id="167" name="Google Shape;167;p19"/>
          <p:cNvSpPr txBox="1">
            <a:spLocks noGrp="1"/>
          </p:cNvSpPr>
          <p:nvPr>
            <p:ph type="body" idx="13"/>
          </p:nvPr>
        </p:nvSpPr>
        <p:spPr>
          <a:xfrm>
            <a:off x="2162975" y="3443925"/>
            <a:ext cx="1514700" cy="1413300"/>
          </a:xfrm>
          <a:prstGeom prst="rect">
            <a:avLst/>
          </a:prstGeom>
        </p:spPr>
        <p:txBody>
          <a:bodyPr spcFirstLastPara="1" wrap="square" lIns="0" tIns="91425" rIns="91425" bIns="91425" anchor="t" anchorCtr="0">
            <a:normAutofit/>
          </a:bodyPr>
          <a:lstStyle>
            <a:lvl1pPr marL="457200" lvl="0"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marL="914400" lvl="1"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marL="1371600" lvl="2"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marL="1828800" lvl="3"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marL="2286000" lvl="4"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marL="2743200" lvl="5"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marL="3200400" lvl="6"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marL="3657600" lvl="7"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marL="4114800" lvl="8"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a:endParaRPr/>
          </a:p>
        </p:txBody>
      </p:sp>
      <p:sp>
        <p:nvSpPr>
          <p:cNvPr id="168" name="Google Shape;168;p19"/>
          <p:cNvSpPr txBox="1">
            <a:spLocks noGrp="1"/>
          </p:cNvSpPr>
          <p:nvPr>
            <p:ph type="body" idx="14"/>
          </p:nvPr>
        </p:nvSpPr>
        <p:spPr>
          <a:xfrm>
            <a:off x="4087000" y="3443925"/>
            <a:ext cx="1514700" cy="1413300"/>
          </a:xfrm>
          <a:prstGeom prst="rect">
            <a:avLst/>
          </a:prstGeom>
        </p:spPr>
        <p:txBody>
          <a:bodyPr spcFirstLastPara="1" wrap="square" lIns="0" tIns="91425" rIns="91425" bIns="91425" anchor="t" anchorCtr="0">
            <a:normAutofit/>
          </a:bodyPr>
          <a:lstStyle>
            <a:lvl1pPr marL="457200" lvl="0"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marL="914400" lvl="1"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marL="1371600" lvl="2"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marL="1828800" lvl="3"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marL="2286000" lvl="4"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marL="2743200" lvl="5"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marL="3200400" lvl="6"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marL="3657600" lvl="7"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marL="4114800" lvl="8"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a:endParaRPr/>
          </a:p>
        </p:txBody>
      </p:sp>
      <p:sp>
        <p:nvSpPr>
          <p:cNvPr id="169" name="Google Shape;169;p19"/>
          <p:cNvSpPr txBox="1">
            <a:spLocks noGrp="1"/>
          </p:cNvSpPr>
          <p:nvPr>
            <p:ph type="body" idx="15"/>
          </p:nvPr>
        </p:nvSpPr>
        <p:spPr>
          <a:xfrm>
            <a:off x="5960425" y="3443925"/>
            <a:ext cx="1514700" cy="1413300"/>
          </a:xfrm>
          <a:prstGeom prst="rect">
            <a:avLst/>
          </a:prstGeom>
        </p:spPr>
        <p:txBody>
          <a:bodyPr spcFirstLastPara="1" wrap="square" lIns="0" tIns="91425" rIns="91425" bIns="91425" anchor="t" anchorCtr="0">
            <a:normAutofit/>
          </a:bodyPr>
          <a:lstStyle>
            <a:lvl1pPr marL="457200" lvl="0"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marL="914400" lvl="1"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marL="1371600" lvl="2"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marL="1828800" lvl="3"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marL="2286000" lvl="4"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marL="2743200" lvl="5"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marL="3200400" lvl="6"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marL="3657600" lvl="7"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marL="4114800" lvl="8" indent="-28575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a:endParaRPr/>
          </a:p>
        </p:txBody>
      </p:sp>
      <p:sp>
        <p:nvSpPr>
          <p:cNvPr id="170" name="Google Shape;170;p19"/>
          <p:cNvSpPr txBox="1">
            <a:spLocks noGrp="1"/>
          </p:cNvSpPr>
          <p:nvPr>
            <p:ph type="subTitle" idx="16"/>
          </p:nvPr>
        </p:nvSpPr>
        <p:spPr>
          <a:xfrm>
            <a:off x="283475" y="2950825"/>
            <a:ext cx="1514700" cy="190200"/>
          </a:xfrm>
          <a:prstGeom prst="rect">
            <a:avLst/>
          </a:prstGeom>
        </p:spPr>
        <p:txBody>
          <a:bodyPr spcFirstLastPara="1" wrap="square" lIns="0" tIns="0" rIns="91425" bIns="0" anchor="b" anchorCtr="0">
            <a:noAutofit/>
          </a:bodyPr>
          <a:lstStyle>
            <a:lvl1pPr lvl="0">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71" name="Google Shape;171;p19"/>
          <p:cNvSpPr txBox="1">
            <a:spLocks noGrp="1"/>
          </p:cNvSpPr>
          <p:nvPr>
            <p:ph type="subTitle" idx="17"/>
          </p:nvPr>
        </p:nvSpPr>
        <p:spPr>
          <a:xfrm>
            <a:off x="2162975" y="2950825"/>
            <a:ext cx="1514700" cy="190200"/>
          </a:xfrm>
          <a:prstGeom prst="rect">
            <a:avLst/>
          </a:prstGeom>
        </p:spPr>
        <p:txBody>
          <a:bodyPr spcFirstLastPara="1" wrap="square" lIns="0" tIns="0" rIns="91425" bIns="0" anchor="b" anchorCtr="0">
            <a:noAutofit/>
          </a:bodyPr>
          <a:lstStyle>
            <a:lvl1pPr lvl="0">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72" name="Google Shape;172;p19"/>
          <p:cNvSpPr txBox="1">
            <a:spLocks noGrp="1"/>
          </p:cNvSpPr>
          <p:nvPr>
            <p:ph type="subTitle" idx="18"/>
          </p:nvPr>
        </p:nvSpPr>
        <p:spPr>
          <a:xfrm>
            <a:off x="4086325" y="2950825"/>
            <a:ext cx="1514700" cy="190200"/>
          </a:xfrm>
          <a:prstGeom prst="rect">
            <a:avLst/>
          </a:prstGeom>
        </p:spPr>
        <p:txBody>
          <a:bodyPr spcFirstLastPara="1" wrap="square" lIns="0" tIns="0" rIns="91425" bIns="0" anchor="b" anchorCtr="0">
            <a:noAutofit/>
          </a:bodyPr>
          <a:lstStyle>
            <a:lvl1pPr lvl="0">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73" name="Google Shape;173;p19"/>
          <p:cNvSpPr txBox="1">
            <a:spLocks noGrp="1"/>
          </p:cNvSpPr>
          <p:nvPr>
            <p:ph type="subTitle" idx="19"/>
          </p:nvPr>
        </p:nvSpPr>
        <p:spPr>
          <a:xfrm>
            <a:off x="5960425" y="2950825"/>
            <a:ext cx="1514700" cy="190200"/>
          </a:xfrm>
          <a:prstGeom prst="rect">
            <a:avLst/>
          </a:prstGeom>
        </p:spPr>
        <p:txBody>
          <a:bodyPr spcFirstLastPara="1" wrap="square" lIns="0" tIns="0" rIns="91425" bIns="0" anchor="b" anchorCtr="0">
            <a:noAutofit/>
          </a:bodyPr>
          <a:lstStyle>
            <a:lvl1pPr lvl="0">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74" name="Google Shape;174;p19"/>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a:endParaRPr/>
          </a:p>
        </p:txBody>
      </p:sp>
      <p:sp>
        <p:nvSpPr>
          <p:cNvPr id="175" name="Google Shape;175;p19"/>
          <p:cNvSpPr txBox="1">
            <a:spLocks noGrp="1"/>
          </p:cNvSpPr>
          <p:nvPr>
            <p:ph type="subTitle" idx="20"/>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76" name="Google Shape;176;p19"/>
          <p:cNvSpPr txBox="1">
            <a:spLocks noGrp="1"/>
          </p:cNvSpPr>
          <p:nvPr>
            <p:ph type="subTitle" idx="21"/>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177" name="Google Shape;177;p19"/>
          <p:cNvSpPr txBox="1">
            <a:spLocks noGrp="1"/>
          </p:cNvSpPr>
          <p:nvPr>
            <p:ph type="subTitle" idx="22"/>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178" name="Google Shape;178;p19"/>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179" name="Google Shape;179;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atin typeface="Urbanist Medium"/>
                <a:ea typeface="Urbanist Medium"/>
                <a:cs typeface="Urbanist Medium"/>
                <a:sym typeface="Urbanist Medium"/>
              </a:defRPr>
            </a:lvl1pPr>
            <a:lvl2pPr lvl="1">
              <a:buNone/>
              <a:defRPr sz="1300">
                <a:latin typeface="Urbanist Medium"/>
                <a:ea typeface="Urbanist Medium"/>
                <a:cs typeface="Urbanist Medium"/>
                <a:sym typeface="Urbanist Medium"/>
              </a:defRPr>
            </a:lvl2pPr>
            <a:lvl3pPr lvl="2">
              <a:buNone/>
              <a:defRPr sz="1300">
                <a:latin typeface="Urbanist Medium"/>
                <a:ea typeface="Urbanist Medium"/>
                <a:cs typeface="Urbanist Medium"/>
                <a:sym typeface="Urbanist Medium"/>
              </a:defRPr>
            </a:lvl3pPr>
            <a:lvl4pPr lvl="3">
              <a:buNone/>
              <a:defRPr sz="1300">
                <a:latin typeface="Urbanist Medium"/>
                <a:ea typeface="Urbanist Medium"/>
                <a:cs typeface="Urbanist Medium"/>
                <a:sym typeface="Urbanist Medium"/>
              </a:defRPr>
            </a:lvl4pPr>
            <a:lvl5pPr lvl="4">
              <a:buNone/>
              <a:defRPr sz="1300">
                <a:latin typeface="Urbanist Medium"/>
                <a:ea typeface="Urbanist Medium"/>
                <a:cs typeface="Urbanist Medium"/>
                <a:sym typeface="Urbanist Medium"/>
              </a:defRPr>
            </a:lvl5pPr>
            <a:lvl6pPr lvl="5">
              <a:buNone/>
              <a:defRPr sz="1300">
                <a:latin typeface="Urbanist Medium"/>
                <a:ea typeface="Urbanist Medium"/>
                <a:cs typeface="Urbanist Medium"/>
                <a:sym typeface="Urbanist Medium"/>
              </a:defRPr>
            </a:lvl6pPr>
            <a:lvl7pPr lvl="6">
              <a:buNone/>
              <a:defRPr sz="1300">
                <a:latin typeface="Urbanist Medium"/>
                <a:ea typeface="Urbanist Medium"/>
                <a:cs typeface="Urbanist Medium"/>
                <a:sym typeface="Urbanist Medium"/>
              </a:defRPr>
            </a:lvl7pPr>
            <a:lvl8pPr lvl="7">
              <a:buNone/>
              <a:defRPr sz="1300">
                <a:latin typeface="Urbanist Medium"/>
                <a:ea typeface="Urbanist Medium"/>
                <a:cs typeface="Urbanist Medium"/>
                <a:sym typeface="Urbanist Medium"/>
              </a:defRPr>
            </a:lvl8pPr>
            <a:lvl9pPr lvl="8">
              <a:buNone/>
              <a:defRPr sz="1300">
                <a:latin typeface="Urbanist Medium"/>
                <a:ea typeface="Urbanist Medium"/>
                <a:cs typeface="Urbanist Medium"/>
                <a:sym typeface="Urbanis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eet the team">
  <p:cSld name="CUSTOM_4_2">
    <p:spTree>
      <p:nvGrpSpPr>
        <p:cNvPr id="1" name="Shape 180"/>
        <p:cNvGrpSpPr/>
        <p:nvPr/>
      </p:nvGrpSpPr>
      <p:grpSpPr>
        <a:xfrm>
          <a:off x="0" y="0"/>
          <a:ext cx="0" cy="0"/>
          <a:chOff x="0" y="0"/>
          <a:chExt cx="0" cy="0"/>
        </a:xfrm>
      </p:grpSpPr>
      <p:sp>
        <p:nvSpPr>
          <p:cNvPr id="181" name="Google Shape;181;p20"/>
          <p:cNvSpPr>
            <a:spLocks noGrp="1"/>
          </p:cNvSpPr>
          <p:nvPr>
            <p:ph type="pic" idx="2"/>
          </p:nvPr>
        </p:nvSpPr>
        <p:spPr>
          <a:xfrm>
            <a:off x="4162550" y="816050"/>
            <a:ext cx="1444500" cy="1444500"/>
          </a:xfrm>
          <a:prstGeom prst="round2DiagRect">
            <a:avLst>
              <a:gd name="adj1" fmla="val 0"/>
              <a:gd name="adj2" fmla="val 0"/>
            </a:avLst>
          </a:prstGeom>
          <a:noFill/>
          <a:ln>
            <a:noFill/>
          </a:ln>
        </p:spPr>
      </p:sp>
      <p:sp>
        <p:nvSpPr>
          <p:cNvPr id="182" name="Google Shape;182;p20"/>
          <p:cNvSpPr>
            <a:spLocks noGrp="1"/>
          </p:cNvSpPr>
          <p:nvPr>
            <p:ph type="pic" idx="3"/>
          </p:nvPr>
        </p:nvSpPr>
        <p:spPr>
          <a:xfrm>
            <a:off x="5788675" y="816050"/>
            <a:ext cx="1444500" cy="1444500"/>
          </a:xfrm>
          <a:prstGeom prst="ellipse">
            <a:avLst/>
          </a:prstGeom>
          <a:noFill/>
          <a:ln>
            <a:noFill/>
          </a:ln>
        </p:spPr>
      </p:sp>
      <p:sp>
        <p:nvSpPr>
          <p:cNvPr id="183" name="Google Shape;183;p20"/>
          <p:cNvSpPr>
            <a:spLocks noGrp="1"/>
          </p:cNvSpPr>
          <p:nvPr>
            <p:ph type="pic" idx="4"/>
          </p:nvPr>
        </p:nvSpPr>
        <p:spPr>
          <a:xfrm>
            <a:off x="7414800" y="816050"/>
            <a:ext cx="1444500" cy="1444500"/>
          </a:xfrm>
          <a:prstGeom prst="round1Rect">
            <a:avLst>
              <a:gd name="adj" fmla="val 30895"/>
            </a:avLst>
          </a:prstGeom>
          <a:noFill/>
          <a:ln>
            <a:noFill/>
          </a:ln>
        </p:spPr>
      </p:sp>
      <p:sp>
        <p:nvSpPr>
          <p:cNvPr id="184" name="Google Shape;184;p20"/>
          <p:cNvSpPr>
            <a:spLocks noGrp="1"/>
          </p:cNvSpPr>
          <p:nvPr>
            <p:ph type="pic" idx="5"/>
          </p:nvPr>
        </p:nvSpPr>
        <p:spPr>
          <a:xfrm>
            <a:off x="2536475" y="2897400"/>
            <a:ext cx="1444500" cy="1444500"/>
          </a:xfrm>
          <a:prstGeom prst="round2DiagRect">
            <a:avLst>
              <a:gd name="adj1" fmla="val 0"/>
              <a:gd name="adj2" fmla="val 0"/>
            </a:avLst>
          </a:prstGeom>
          <a:noFill/>
          <a:ln>
            <a:noFill/>
          </a:ln>
        </p:spPr>
      </p:sp>
      <p:sp>
        <p:nvSpPr>
          <p:cNvPr id="185" name="Google Shape;185;p20"/>
          <p:cNvSpPr>
            <a:spLocks noGrp="1"/>
          </p:cNvSpPr>
          <p:nvPr>
            <p:ph type="pic" idx="6"/>
          </p:nvPr>
        </p:nvSpPr>
        <p:spPr>
          <a:xfrm>
            <a:off x="4162600" y="2897400"/>
            <a:ext cx="1444500" cy="1444500"/>
          </a:xfrm>
          <a:prstGeom prst="ellipse">
            <a:avLst/>
          </a:prstGeom>
          <a:noFill/>
          <a:ln>
            <a:noFill/>
          </a:ln>
        </p:spPr>
      </p:sp>
      <p:sp>
        <p:nvSpPr>
          <p:cNvPr id="186" name="Google Shape;186;p20"/>
          <p:cNvSpPr>
            <a:spLocks noGrp="1"/>
          </p:cNvSpPr>
          <p:nvPr>
            <p:ph type="pic" idx="7"/>
          </p:nvPr>
        </p:nvSpPr>
        <p:spPr>
          <a:xfrm>
            <a:off x="5788725" y="2897400"/>
            <a:ext cx="1444500" cy="1444500"/>
          </a:xfrm>
          <a:prstGeom prst="round1Rect">
            <a:avLst>
              <a:gd name="adj" fmla="val 30895"/>
            </a:avLst>
          </a:prstGeom>
          <a:noFill/>
          <a:ln>
            <a:noFill/>
          </a:ln>
        </p:spPr>
      </p:sp>
      <p:sp>
        <p:nvSpPr>
          <p:cNvPr id="187" name="Google Shape;187;p20"/>
          <p:cNvSpPr txBox="1">
            <a:spLocks noGrp="1"/>
          </p:cNvSpPr>
          <p:nvPr>
            <p:ph type="subTitle" idx="1"/>
          </p:nvPr>
        </p:nvSpPr>
        <p:spPr>
          <a:xfrm>
            <a:off x="4162750" y="2178820"/>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88" name="Google Shape;188;p20"/>
          <p:cNvSpPr txBox="1">
            <a:spLocks noGrp="1"/>
          </p:cNvSpPr>
          <p:nvPr>
            <p:ph type="subTitle" idx="8"/>
          </p:nvPr>
        </p:nvSpPr>
        <p:spPr>
          <a:xfrm>
            <a:off x="4162750" y="2509808"/>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89" name="Google Shape;189;p20"/>
          <p:cNvSpPr txBox="1">
            <a:spLocks noGrp="1"/>
          </p:cNvSpPr>
          <p:nvPr>
            <p:ph type="subTitle" idx="9"/>
          </p:nvPr>
        </p:nvSpPr>
        <p:spPr>
          <a:xfrm>
            <a:off x="2536625" y="4249429"/>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90" name="Google Shape;190;p20"/>
          <p:cNvSpPr txBox="1">
            <a:spLocks noGrp="1"/>
          </p:cNvSpPr>
          <p:nvPr>
            <p:ph type="subTitle" idx="13"/>
          </p:nvPr>
        </p:nvSpPr>
        <p:spPr>
          <a:xfrm>
            <a:off x="2536625" y="4581011"/>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91" name="Google Shape;191;p20"/>
          <p:cNvSpPr txBox="1">
            <a:spLocks noGrp="1"/>
          </p:cNvSpPr>
          <p:nvPr>
            <p:ph type="subTitle" idx="14"/>
          </p:nvPr>
        </p:nvSpPr>
        <p:spPr>
          <a:xfrm>
            <a:off x="5788775" y="2178820"/>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92" name="Google Shape;192;p20"/>
          <p:cNvSpPr txBox="1">
            <a:spLocks noGrp="1"/>
          </p:cNvSpPr>
          <p:nvPr>
            <p:ph type="subTitle" idx="15"/>
          </p:nvPr>
        </p:nvSpPr>
        <p:spPr>
          <a:xfrm>
            <a:off x="5788775" y="2509808"/>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93" name="Google Shape;193;p20"/>
          <p:cNvSpPr txBox="1">
            <a:spLocks noGrp="1"/>
          </p:cNvSpPr>
          <p:nvPr>
            <p:ph type="subTitle" idx="16"/>
          </p:nvPr>
        </p:nvSpPr>
        <p:spPr>
          <a:xfrm>
            <a:off x="7414800" y="2178820"/>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94" name="Google Shape;194;p20"/>
          <p:cNvSpPr txBox="1">
            <a:spLocks noGrp="1"/>
          </p:cNvSpPr>
          <p:nvPr>
            <p:ph type="subTitle" idx="17"/>
          </p:nvPr>
        </p:nvSpPr>
        <p:spPr>
          <a:xfrm>
            <a:off x="7414800" y="2509808"/>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95" name="Google Shape;195;p20"/>
          <p:cNvSpPr txBox="1">
            <a:spLocks noGrp="1"/>
          </p:cNvSpPr>
          <p:nvPr>
            <p:ph type="subTitle" idx="18"/>
          </p:nvPr>
        </p:nvSpPr>
        <p:spPr>
          <a:xfrm>
            <a:off x="4162675" y="4249429"/>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96" name="Google Shape;196;p20"/>
          <p:cNvSpPr txBox="1">
            <a:spLocks noGrp="1"/>
          </p:cNvSpPr>
          <p:nvPr>
            <p:ph type="subTitle" idx="19"/>
          </p:nvPr>
        </p:nvSpPr>
        <p:spPr>
          <a:xfrm>
            <a:off x="4162675" y="4581011"/>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97" name="Google Shape;197;p20"/>
          <p:cNvSpPr txBox="1">
            <a:spLocks noGrp="1"/>
          </p:cNvSpPr>
          <p:nvPr>
            <p:ph type="subTitle" idx="20"/>
          </p:nvPr>
        </p:nvSpPr>
        <p:spPr>
          <a:xfrm>
            <a:off x="5788725" y="4249429"/>
            <a:ext cx="1444500" cy="300300"/>
          </a:xfrm>
          <a:prstGeom prst="rect">
            <a:avLst/>
          </a:prstGeom>
        </p:spPr>
        <p:txBody>
          <a:bodyPr spcFirstLastPara="1" wrap="square" lIns="91425" tIns="91425" rIns="91425" bIns="0" anchor="b" anchorCtr="0">
            <a:normAutofit/>
          </a:bodyPr>
          <a:lstStyle>
            <a:lvl1pPr lvl="0"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sz="1100" b="1">
                <a:solidFill>
                  <a:schemeClr val="accent4"/>
                </a:solidFill>
                <a:latin typeface="Poppins"/>
                <a:ea typeface="Poppins"/>
                <a:cs typeface="Poppins"/>
                <a:sym typeface="Poppins"/>
              </a:defRPr>
            </a:lvl9pPr>
          </a:lstStyle>
          <a:p>
            <a:endParaRPr/>
          </a:p>
        </p:txBody>
      </p:sp>
      <p:sp>
        <p:nvSpPr>
          <p:cNvPr id="198" name="Google Shape;198;p20"/>
          <p:cNvSpPr txBox="1">
            <a:spLocks noGrp="1"/>
          </p:cNvSpPr>
          <p:nvPr>
            <p:ph type="subTitle" idx="21"/>
          </p:nvPr>
        </p:nvSpPr>
        <p:spPr>
          <a:xfrm>
            <a:off x="5788725" y="4581011"/>
            <a:ext cx="1444500" cy="254700"/>
          </a:xfrm>
          <a:prstGeom prst="rect">
            <a:avLst/>
          </a:prstGeom>
        </p:spPr>
        <p:txBody>
          <a:bodyPr spcFirstLastPara="1" wrap="square" lIns="91425" tIns="0" rIns="91425" bIns="91425" anchor="t" anchorCtr="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199" name="Google Shape;199;p20"/>
          <p:cNvSpPr txBox="1">
            <a:spLocks noGrp="1"/>
          </p:cNvSpPr>
          <p:nvPr>
            <p:ph type="title"/>
          </p:nvPr>
        </p:nvSpPr>
        <p:spPr>
          <a:xfrm>
            <a:off x="284700" y="573428"/>
            <a:ext cx="3877800" cy="19023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SzPts val="28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a:endParaRPr/>
          </a:p>
        </p:txBody>
      </p:sp>
      <p:sp>
        <p:nvSpPr>
          <p:cNvPr id="200" name="Google Shape;200;p20"/>
          <p:cNvSpPr txBox="1">
            <a:spLocks noGrp="1"/>
          </p:cNvSpPr>
          <p:nvPr>
            <p:ph type="subTitle" idx="22"/>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01" name="Google Shape;201;p20"/>
          <p:cNvSpPr txBox="1">
            <a:spLocks noGrp="1"/>
          </p:cNvSpPr>
          <p:nvPr>
            <p:ph type="subTitle" idx="23"/>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02" name="Google Shape;202;p20"/>
          <p:cNvSpPr txBox="1">
            <a:spLocks noGrp="1"/>
          </p:cNvSpPr>
          <p:nvPr>
            <p:ph type="subTitle" idx="24"/>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203" name="Google Shape;203;p20"/>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04" name="Google Shape;204;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_1">
    <p:spTree>
      <p:nvGrpSpPr>
        <p:cNvPr id="1" name="Shape 205"/>
        <p:cNvGrpSpPr/>
        <p:nvPr/>
      </p:nvGrpSpPr>
      <p:grpSpPr>
        <a:xfrm>
          <a:off x="0" y="0"/>
          <a:ext cx="0" cy="0"/>
          <a:chOff x="0" y="0"/>
          <a:chExt cx="0" cy="0"/>
        </a:xfrm>
      </p:grpSpPr>
      <p:sp>
        <p:nvSpPr>
          <p:cNvPr id="206" name="Google Shape;206;p21"/>
          <p:cNvSpPr txBox="1">
            <a:spLocks noGrp="1"/>
          </p:cNvSpPr>
          <p:nvPr>
            <p:ph type="subTitle" idx="1"/>
          </p:nvPr>
        </p:nvSpPr>
        <p:spPr>
          <a:xfrm>
            <a:off x="284700" y="2574275"/>
            <a:ext cx="4287300" cy="408900"/>
          </a:xfrm>
          <a:prstGeom prst="rect">
            <a:avLst/>
          </a:prstGeom>
        </p:spPr>
        <p:txBody>
          <a:bodyPr spcFirstLastPara="1" wrap="square" lIns="0" tIns="91425" rIns="91425" bIns="91425" anchor="t" anchorCtr="0">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a:endParaRPr/>
          </a:p>
        </p:txBody>
      </p:sp>
      <p:sp>
        <p:nvSpPr>
          <p:cNvPr id="207" name="Google Shape;207;p21"/>
          <p:cNvSpPr/>
          <p:nvPr/>
        </p:nvSpPr>
        <p:spPr>
          <a:xfrm rot="5400000" flipH="1">
            <a:off x="6571675" y="2571675"/>
            <a:ext cx="5143500" cy="5143500"/>
          </a:xfrm>
          <a:prstGeom prst="pie">
            <a:avLst>
              <a:gd name="adj1" fmla="val 21589913"/>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solidFill>
                <a:schemeClr val="dk1"/>
              </a:solidFill>
              <a:latin typeface="Urbanist"/>
              <a:ea typeface="Urbanist"/>
              <a:cs typeface="Urbanist"/>
              <a:sym typeface="Urbanist"/>
            </a:endParaRPr>
          </a:p>
        </p:txBody>
      </p:sp>
      <p:sp>
        <p:nvSpPr>
          <p:cNvPr id="208" name="Google Shape;208;p21"/>
          <p:cNvSpPr/>
          <p:nvPr/>
        </p:nvSpPr>
        <p:spPr>
          <a:xfrm rot="5400000" flipH="1">
            <a:off x="6571675" y="-8"/>
            <a:ext cx="5143500" cy="5143500"/>
          </a:xfrm>
          <a:prstGeom prst="pie">
            <a:avLst>
              <a:gd name="adj1" fmla="val 0"/>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solidFill>
                <a:schemeClr val="dk1"/>
              </a:solidFill>
              <a:latin typeface="Urbanist"/>
              <a:ea typeface="Urbanist"/>
              <a:cs typeface="Urbanist"/>
              <a:sym typeface="Urbanist"/>
            </a:endParaRPr>
          </a:p>
        </p:txBody>
      </p:sp>
      <p:sp>
        <p:nvSpPr>
          <p:cNvPr id="209" name="Google Shape;209;p21"/>
          <p:cNvSpPr txBox="1">
            <a:spLocks noGrp="1"/>
          </p:cNvSpPr>
          <p:nvPr>
            <p:ph type="title"/>
          </p:nvPr>
        </p:nvSpPr>
        <p:spPr>
          <a:xfrm>
            <a:off x="284700" y="474750"/>
            <a:ext cx="5622600" cy="17943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a:endParaRPr/>
          </a:p>
        </p:txBody>
      </p:sp>
      <p:sp>
        <p:nvSpPr>
          <p:cNvPr id="210" name="Google Shape;210;p21"/>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11" name="Google Shape;211;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with Shape">
  <p:cSld name="BLANK_1_1_1_1_1_1_1_2">
    <p:spTree>
      <p:nvGrpSpPr>
        <p:cNvPr id="1" name="Shape 212"/>
        <p:cNvGrpSpPr/>
        <p:nvPr/>
      </p:nvGrpSpPr>
      <p:grpSpPr>
        <a:xfrm>
          <a:off x="0" y="0"/>
          <a:ext cx="0" cy="0"/>
          <a:chOff x="0" y="0"/>
          <a:chExt cx="0" cy="0"/>
        </a:xfrm>
      </p:grpSpPr>
      <p:sp>
        <p:nvSpPr>
          <p:cNvPr id="213" name="Google Shape;213;p22"/>
          <p:cNvSpPr/>
          <p:nvPr/>
        </p:nvSpPr>
        <p:spPr>
          <a:xfrm>
            <a:off x="0" y="3859125"/>
            <a:ext cx="2004300" cy="12828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4" name="Google Shape;214;p22"/>
          <p:cNvSpPr/>
          <p:nvPr/>
        </p:nvSpPr>
        <p:spPr>
          <a:xfrm rot="10800000" flipH="1">
            <a:off x="6571675" y="3851200"/>
            <a:ext cx="1270800" cy="12828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5" name="Google Shape;215;p22"/>
          <p:cNvSpPr/>
          <p:nvPr/>
        </p:nvSpPr>
        <p:spPr>
          <a:xfrm rot="10800000" flipH="1">
            <a:off x="7217867" y="3851200"/>
            <a:ext cx="1282500" cy="12828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6" name="Google Shape;216;p22"/>
          <p:cNvSpPr/>
          <p:nvPr/>
        </p:nvSpPr>
        <p:spPr>
          <a:xfrm rot="5400000">
            <a:off x="3193350" y="-1811400"/>
            <a:ext cx="2757600" cy="8574300"/>
          </a:xfrm>
          <a:prstGeom prst="round2DiagRect">
            <a:avLst>
              <a:gd name="adj1" fmla="val 50000"/>
              <a:gd name="adj2" fmla="val 0"/>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Poppins"/>
              <a:ea typeface="Poppins"/>
              <a:cs typeface="Poppins"/>
              <a:sym typeface="Poppins"/>
            </a:endParaRPr>
          </a:p>
        </p:txBody>
      </p:sp>
      <p:sp>
        <p:nvSpPr>
          <p:cNvPr id="217" name="Google Shape;217;p22"/>
          <p:cNvSpPr txBox="1">
            <a:spLocks noGrp="1"/>
          </p:cNvSpPr>
          <p:nvPr>
            <p:ph type="title"/>
          </p:nvPr>
        </p:nvSpPr>
        <p:spPr>
          <a:xfrm>
            <a:off x="283475" y="1096954"/>
            <a:ext cx="8575800" cy="2757600"/>
          </a:xfrm>
          <a:prstGeom prst="rect">
            <a:avLst/>
          </a:prstGeom>
        </p:spPr>
        <p:txBody>
          <a:bodyPr spcFirstLastPara="1" wrap="square" lIns="91425" tIns="91425" rIns="91425" bIns="91425" anchor="ctr" anchorCtr="0">
            <a:normAutofit/>
          </a:bodyPr>
          <a:lstStyle>
            <a:lvl1pPr lvl="0" algn="ctr">
              <a:lnSpc>
                <a:spcPct val="90000"/>
              </a:lnSpc>
              <a:spcBef>
                <a:spcPts val="0"/>
              </a:spcBef>
              <a:spcAft>
                <a:spcPts val="0"/>
              </a:spcAft>
              <a:buClr>
                <a:schemeClr val="lt1"/>
              </a:buClr>
              <a:buSzPts val="28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a:endParaRPr/>
          </a:p>
        </p:txBody>
      </p:sp>
      <p:sp>
        <p:nvSpPr>
          <p:cNvPr id="218" name="Google Shape;218;p22"/>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19" name="Google Shape;219;p22"/>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20" name="Google Shape;220;p22"/>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221" name="Google Shape;221;p22"/>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22" name="Google Shape;222;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am cards">
  <p:cSld name="CUSTOM_5">
    <p:spTree>
      <p:nvGrpSpPr>
        <p:cNvPr id="1" name="Shape 223"/>
        <p:cNvGrpSpPr/>
        <p:nvPr/>
      </p:nvGrpSpPr>
      <p:grpSpPr>
        <a:xfrm>
          <a:off x="0" y="0"/>
          <a:ext cx="0" cy="0"/>
          <a:chOff x="0" y="0"/>
          <a:chExt cx="0" cy="0"/>
        </a:xfrm>
      </p:grpSpPr>
      <p:sp>
        <p:nvSpPr>
          <p:cNvPr id="224" name="Google Shape;224;p23"/>
          <p:cNvSpPr>
            <a:spLocks noGrp="1"/>
          </p:cNvSpPr>
          <p:nvPr>
            <p:ph type="pic" idx="2"/>
          </p:nvPr>
        </p:nvSpPr>
        <p:spPr>
          <a:xfrm>
            <a:off x="469875" y="1995075"/>
            <a:ext cx="418800" cy="418800"/>
          </a:xfrm>
          <a:prstGeom prst="ellipse">
            <a:avLst/>
          </a:prstGeom>
          <a:noFill/>
          <a:ln>
            <a:noFill/>
          </a:ln>
        </p:spPr>
      </p:sp>
      <p:sp>
        <p:nvSpPr>
          <p:cNvPr id="225" name="Google Shape;225;p23"/>
          <p:cNvSpPr>
            <a:spLocks noGrp="1"/>
          </p:cNvSpPr>
          <p:nvPr>
            <p:ph type="pic" idx="3"/>
          </p:nvPr>
        </p:nvSpPr>
        <p:spPr>
          <a:xfrm>
            <a:off x="888450" y="1995075"/>
            <a:ext cx="418800" cy="418800"/>
          </a:xfrm>
          <a:prstGeom prst="ellipse">
            <a:avLst/>
          </a:prstGeom>
          <a:noFill/>
          <a:ln>
            <a:noFill/>
          </a:ln>
        </p:spPr>
      </p:sp>
      <p:sp>
        <p:nvSpPr>
          <p:cNvPr id="226" name="Google Shape;226;p23"/>
          <p:cNvSpPr>
            <a:spLocks noGrp="1"/>
          </p:cNvSpPr>
          <p:nvPr>
            <p:ph type="pic" idx="4"/>
          </p:nvPr>
        </p:nvSpPr>
        <p:spPr>
          <a:xfrm>
            <a:off x="1307025" y="1995075"/>
            <a:ext cx="418800" cy="418800"/>
          </a:xfrm>
          <a:prstGeom prst="ellipse">
            <a:avLst/>
          </a:prstGeom>
          <a:noFill/>
          <a:ln>
            <a:noFill/>
          </a:ln>
        </p:spPr>
      </p:sp>
      <p:sp>
        <p:nvSpPr>
          <p:cNvPr id="227" name="Google Shape;227;p23"/>
          <p:cNvSpPr>
            <a:spLocks noGrp="1"/>
          </p:cNvSpPr>
          <p:nvPr>
            <p:ph type="pic" idx="5"/>
          </p:nvPr>
        </p:nvSpPr>
        <p:spPr>
          <a:xfrm>
            <a:off x="469875" y="2413650"/>
            <a:ext cx="418800" cy="418800"/>
          </a:xfrm>
          <a:prstGeom prst="ellipse">
            <a:avLst/>
          </a:prstGeom>
          <a:noFill/>
          <a:ln>
            <a:noFill/>
          </a:ln>
        </p:spPr>
      </p:sp>
      <p:sp>
        <p:nvSpPr>
          <p:cNvPr id="228" name="Google Shape;228;p23"/>
          <p:cNvSpPr>
            <a:spLocks noGrp="1"/>
          </p:cNvSpPr>
          <p:nvPr>
            <p:ph type="pic" idx="6"/>
          </p:nvPr>
        </p:nvSpPr>
        <p:spPr>
          <a:xfrm>
            <a:off x="888450" y="2413650"/>
            <a:ext cx="418800" cy="418800"/>
          </a:xfrm>
          <a:prstGeom prst="ellipse">
            <a:avLst/>
          </a:prstGeom>
          <a:noFill/>
          <a:ln>
            <a:noFill/>
          </a:ln>
        </p:spPr>
      </p:sp>
      <p:sp>
        <p:nvSpPr>
          <p:cNvPr id="229" name="Google Shape;229;p23"/>
          <p:cNvSpPr>
            <a:spLocks noGrp="1"/>
          </p:cNvSpPr>
          <p:nvPr>
            <p:ph type="pic" idx="7"/>
          </p:nvPr>
        </p:nvSpPr>
        <p:spPr>
          <a:xfrm>
            <a:off x="1307025" y="2413650"/>
            <a:ext cx="418800" cy="418800"/>
          </a:xfrm>
          <a:prstGeom prst="ellipse">
            <a:avLst/>
          </a:prstGeom>
          <a:noFill/>
          <a:ln>
            <a:noFill/>
          </a:ln>
        </p:spPr>
      </p:sp>
      <p:sp>
        <p:nvSpPr>
          <p:cNvPr id="230" name="Google Shape;230;p23"/>
          <p:cNvSpPr>
            <a:spLocks noGrp="1"/>
          </p:cNvSpPr>
          <p:nvPr>
            <p:ph type="pic" idx="8"/>
          </p:nvPr>
        </p:nvSpPr>
        <p:spPr>
          <a:xfrm>
            <a:off x="3330700" y="1995075"/>
            <a:ext cx="418800" cy="418800"/>
          </a:xfrm>
          <a:prstGeom prst="ellipse">
            <a:avLst/>
          </a:prstGeom>
          <a:noFill/>
          <a:ln>
            <a:noFill/>
          </a:ln>
        </p:spPr>
      </p:sp>
      <p:sp>
        <p:nvSpPr>
          <p:cNvPr id="231" name="Google Shape;231;p23"/>
          <p:cNvSpPr>
            <a:spLocks noGrp="1"/>
          </p:cNvSpPr>
          <p:nvPr>
            <p:ph type="pic" idx="9"/>
          </p:nvPr>
        </p:nvSpPr>
        <p:spPr>
          <a:xfrm>
            <a:off x="3749275" y="1995075"/>
            <a:ext cx="418800" cy="418800"/>
          </a:xfrm>
          <a:prstGeom prst="ellipse">
            <a:avLst/>
          </a:prstGeom>
          <a:noFill/>
          <a:ln>
            <a:noFill/>
          </a:ln>
        </p:spPr>
      </p:sp>
      <p:sp>
        <p:nvSpPr>
          <p:cNvPr id="232" name="Google Shape;232;p23"/>
          <p:cNvSpPr>
            <a:spLocks noGrp="1"/>
          </p:cNvSpPr>
          <p:nvPr>
            <p:ph type="pic" idx="13"/>
          </p:nvPr>
        </p:nvSpPr>
        <p:spPr>
          <a:xfrm>
            <a:off x="4167850" y="1995075"/>
            <a:ext cx="418800" cy="418800"/>
          </a:xfrm>
          <a:prstGeom prst="ellipse">
            <a:avLst/>
          </a:prstGeom>
          <a:noFill/>
          <a:ln>
            <a:noFill/>
          </a:ln>
        </p:spPr>
      </p:sp>
      <p:sp>
        <p:nvSpPr>
          <p:cNvPr id="233" name="Google Shape;233;p23"/>
          <p:cNvSpPr>
            <a:spLocks noGrp="1"/>
          </p:cNvSpPr>
          <p:nvPr>
            <p:ph type="pic" idx="14"/>
          </p:nvPr>
        </p:nvSpPr>
        <p:spPr>
          <a:xfrm>
            <a:off x="3330700" y="2413650"/>
            <a:ext cx="418800" cy="418800"/>
          </a:xfrm>
          <a:prstGeom prst="ellipse">
            <a:avLst/>
          </a:prstGeom>
          <a:noFill/>
          <a:ln>
            <a:noFill/>
          </a:ln>
        </p:spPr>
      </p:sp>
      <p:sp>
        <p:nvSpPr>
          <p:cNvPr id="234" name="Google Shape;234;p23"/>
          <p:cNvSpPr>
            <a:spLocks noGrp="1"/>
          </p:cNvSpPr>
          <p:nvPr>
            <p:ph type="pic" idx="15"/>
          </p:nvPr>
        </p:nvSpPr>
        <p:spPr>
          <a:xfrm>
            <a:off x="3749275" y="2413650"/>
            <a:ext cx="418800" cy="418800"/>
          </a:xfrm>
          <a:prstGeom prst="ellipse">
            <a:avLst/>
          </a:prstGeom>
          <a:noFill/>
          <a:ln>
            <a:noFill/>
          </a:ln>
        </p:spPr>
      </p:sp>
      <p:sp>
        <p:nvSpPr>
          <p:cNvPr id="235" name="Google Shape;235;p23"/>
          <p:cNvSpPr>
            <a:spLocks noGrp="1"/>
          </p:cNvSpPr>
          <p:nvPr>
            <p:ph type="pic" idx="16"/>
          </p:nvPr>
        </p:nvSpPr>
        <p:spPr>
          <a:xfrm>
            <a:off x="4167850" y="2413650"/>
            <a:ext cx="418800" cy="418800"/>
          </a:xfrm>
          <a:prstGeom prst="ellipse">
            <a:avLst/>
          </a:prstGeom>
          <a:noFill/>
          <a:ln>
            <a:noFill/>
          </a:ln>
        </p:spPr>
      </p:sp>
      <p:sp>
        <p:nvSpPr>
          <p:cNvPr id="236" name="Google Shape;236;p23"/>
          <p:cNvSpPr>
            <a:spLocks noGrp="1"/>
          </p:cNvSpPr>
          <p:nvPr>
            <p:ph type="pic" idx="17"/>
          </p:nvPr>
        </p:nvSpPr>
        <p:spPr>
          <a:xfrm>
            <a:off x="469875" y="3832025"/>
            <a:ext cx="418800" cy="418800"/>
          </a:xfrm>
          <a:prstGeom prst="ellipse">
            <a:avLst/>
          </a:prstGeom>
          <a:noFill/>
          <a:ln>
            <a:noFill/>
          </a:ln>
        </p:spPr>
      </p:sp>
      <p:sp>
        <p:nvSpPr>
          <p:cNvPr id="237" name="Google Shape;237;p23"/>
          <p:cNvSpPr>
            <a:spLocks noGrp="1"/>
          </p:cNvSpPr>
          <p:nvPr>
            <p:ph type="pic" idx="18"/>
          </p:nvPr>
        </p:nvSpPr>
        <p:spPr>
          <a:xfrm>
            <a:off x="888450" y="3832025"/>
            <a:ext cx="418800" cy="418800"/>
          </a:xfrm>
          <a:prstGeom prst="ellipse">
            <a:avLst/>
          </a:prstGeom>
          <a:noFill/>
          <a:ln>
            <a:noFill/>
          </a:ln>
        </p:spPr>
      </p:sp>
      <p:sp>
        <p:nvSpPr>
          <p:cNvPr id="238" name="Google Shape;238;p23"/>
          <p:cNvSpPr>
            <a:spLocks noGrp="1"/>
          </p:cNvSpPr>
          <p:nvPr>
            <p:ph type="pic" idx="19"/>
          </p:nvPr>
        </p:nvSpPr>
        <p:spPr>
          <a:xfrm>
            <a:off x="1307025" y="3832025"/>
            <a:ext cx="418800" cy="418800"/>
          </a:xfrm>
          <a:prstGeom prst="ellipse">
            <a:avLst/>
          </a:prstGeom>
          <a:noFill/>
          <a:ln>
            <a:noFill/>
          </a:ln>
        </p:spPr>
      </p:sp>
      <p:sp>
        <p:nvSpPr>
          <p:cNvPr id="239" name="Google Shape;239;p23"/>
          <p:cNvSpPr>
            <a:spLocks noGrp="1"/>
          </p:cNvSpPr>
          <p:nvPr>
            <p:ph type="pic" idx="20"/>
          </p:nvPr>
        </p:nvSpPr>
        <p:spPr>
          <a:xfrm>
            <a:off x="469875" y="4250600"/>
            <a:ext cx="418800" cy="418800"/>
          </a:xfrm>
          <a:prstGeom prst="ellipse">
            <a:avLst/>
          </a:prstGeom>
          <a:noFill/>
          <a:ln>
            <a:noFill/>
          </a:ln>
        </p:spPr>
      </p:sp>
      <p:sp>
        <p:nvSpPr>
          <p:cNvPr id="240" name="Google Shape;240;p23"/>
          <p:cNvSpPr>
            <a:spLocks noGrp="1"/>
          </p:cNvSpPr>
          <p:nvPr>
            <p:ph type="pic" idx="21"/>
          </p:nvPr>
        </p:nvSpPr>
        <p:spPr>
          <a:xfrm>
            <a:off x="888450" y="4250600"/>
            <a:ext cx="418800" cy="418800"/>
          </a:xfrm>
          <a:prstGeom prst="ellipse">
            <a:avLst/>
          </a:prstGeom>
          <a:noFill/>
          <a:ln>
            <a:noFill/>
          </a:ln>
        </p:spPr>
      </p:sp>
      <p:sp>
        <p:nvSpPr>
          <p:cNvPr id="241" name="Google Shape;241;p23"/>
          <p:cNvSpPr>
            <a:spLocks noGrp="1"/>
          </p:cNvSpPr>
          <p:nvPr>
            <p:ph type="pic" idx="22"/>
          </p:nvPr>
        </p:nvSpPr>
        <p:spPr>
          <a:xfrm>
            <a:off x="1307025" y="4250600"/>
            <a:ext cx="418800" cy="418800"/>
          </a:xfrm>
          <a:prstGeom prst="ellipse">
            <a:avLst/>
          </a:prstGeom>
          <a:noFill/>
          <a:ln>
            <a:noFill/>
          </a:ln>
        </p:spPr>
      </p:sp>
      <p:sp>
        <p:nvSpPr>
          <p:cNvPr id="242" name="Google Shape;242;p23"/>
          <p:cNvSpPr>
            <a:spLocks noGrp="1"/>
          </p:cNvSpPr>
          <p:nvPr>
            <p:ph type="pic" idx="23"/>
          </p:nvPr>
        </p:nvSpPr>
        <p:spPr>
          <a:xfrm>
            <a:off x="3330700" y="3832025"/>
            <a:ext cx="418800" cy="418800"/>
          </a:xfrm>
          <a:prstGeom prst="ellipse">
            <a:avLst/>
          </a:prstGeom>
          <a:noFill/>
          <a:ln>
            <a:noFill/>
          </a:ln>
        </p:spPr>
      </p:sp>
      <p:sp>
        <p:nvSpPr>
          <p:cNvPr id="243" name="Google Shape;243;p23"/>
          <p:cNvSpPr>
            <a:spLocks noGrp="1"/>
          </p:cNvSpPr>
          <p:nvPr>
            <p:ph type="pic" idx="24"/>
          </p:nvPr>
        </p:nvSpPr>
        <p:spPr>
          <a:xfrm>
            <a:off x="3749275" y="3832025"/>
            <a:ext cx="418800" cy="418800"/>
          </a:xfrm>
          <a:prstGeom prst="ellipse">
            <a:avLst/>
          </a:prstGeom>
          <a:noFill/>
          <a:ln>
            <a:noFill/>
          </a:ln>
        </p:spPr>
      </p:sp>
      <p:sp>
        <p:nvSpPr>
          <p:cNvPr id="244" name="Google Shape;244;p23"/>
          <p:cNvSpPr>
            <a:spLocks noGrp="1"/>
          </p:cNvSpPr>
          <p:nvPr>
            <p:ph type="pic" idx="25"/>
          </p:nvPr>
        </p:nvSpPr>
        <p:spPr>
          <a:xfrm>
            <a:off x="4167850" y="3832025"/>
            <a:ext cx="418800" cy="418800"/>
          </a:xfrm>
          <a:prstGeom prst="ellipse">
            <a:avLst/>
          </a:prstGeom>
          <a:noFill/>
          <a:ln>
            <a:noFill/>
          </a:ln>
        </p:spPr>
      </p:sp>
      <p:sp>
        <p:nvSpPr>
          <p:cNvPr id="245" name="Google Shape;245;p23"/>
          <p:cNvSpPr>
            <a:spLocks noGrp="1"/>
          </p:cNvSpPr>
          <p:nvPr>
            <p:ph type="pic" idx="26"/>
          </p:nvPr>
        </p:nvSpPr>
        <p:spPr>
          <a:xfrm>
            <a:off x="3330700" y="4250600"/>
            <a:ext cx="418800" cy="418800"/>
          </a:xfrm>
          <a:prstGeom prst="ellipse">
            <a:avLst/>
          </a:prstGeom>
          <a:noFill/>
          <a:ln>
            <a:noFill/>
          </a:ln>
        </p:spPr>
      </p:sp>
      <p:sp>
        <p:nvSpPr>
          <p:cNvPr id="246" name="Google Shape;246;p23"/>
          <p:cNvSpPr>
            <a:spLocks noGrp="1"/>
          </p:cNvSpPr>
          <p:nvPr>
            <p:ph type="pic" idx="27"/>
          </p:nvPr>
        </p:nvSpPr>
        <p:spPr>
          <a:xfrm>
            <a:off x="3749275" y="4250600"/>
            <a:ext cx="418800" cy="418800"/>
          </a:xfrm>
          <a:prstGeom prst="ellipse">
            <a:avLst/>
          </a:prstGeom>
          <a:noFill/>
          <a:ln>
            <a:noFill/>
          </a:ln>
        </p:spPr>
      </p:sp>
      <p:sp>
        <p:nvSpPr>
          <p:cNvPr id="247" name="Google Shape;247;p23"/>
          <p:cNvSpPr>
            <a:spLocks noGrp="1"/>
          </p:cNvSpPr>
          <p:nvPr>
            <p:ph type="pic" idx="28"/>
          </p:nvPr>
        </p:nvSpPr>
        <p:spPr>
          <a:xfrm>
            <a:off x="4167850" y="4250600"/>
            <a:ext cx="418800" cy="418800"/>
          </a:xfrm>
          <a:prstGeom prst="ellipse">
            <a:avLst/>
          </a:prstGeom>
          <a:noFill/>
          <a:ln>
            <a:noFill/>
          </a:ln>
        </p:spPr>
      </p:sp>
      <p:sp>
        <p:nvSpPr>
          <p:cNvPr id="248" name="Google Shape;248;p23"/>
          <p:cNvSpPr txBox="1">
            <a:spLocks noGrp="1"/>
          </p:cNvSpPr>
          <p:nvPr>
            <p:ph type="title"/>
          </p:nvPr>
        </p:nvSpPr>
        <p:spPr>
          <a:xfrm>
            <a:off x="469875" y="1570725"/>
            <a:ext cx="2229000" cy="293100"/>
          </a:xfrm>
          <a:prstGeom prst="rect">
            <a:avLst/>
          </a:prstGeom>
        </p:spPr>
        <p:txBody>
          <a:bodyPr spcFirstLastPara="1" wrap="square" lIns="91425" tIns="91425" rIns="91425" bIns="91425" anchor="t" anchorCtr="0">
            <a:normAutofit/>
          </a:bodyPr>
          <a:lstStyle>
            <a:lvl1pPr lvl="0">
              <a:spcBef>
                <a:spcPts val="0"/>
              </a:spcBef>
              <a:spcAft>
                <a:spcPts val="0"/>
              </a:spcAft>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2400"/>
              <a:buFont typeface="Poppins"/>
              <a:buNone/>
              <a:defRPr sz="2400" b="1">
                <a:latin typeface="Poppins"/>
                <a:ea typeface="Poppins"/>
                <a:cs typeface="Poppins"/>
                <a:sym typeface="Poppins"/>
              </a:defRPr>
            </a:lvl2pPr>
            <a:lvl3pPr lvl="2">
              <a:spcBef>
                <a:spcPts val="0"/>
              </a:spcBef>
              <a:spcAft>
                <a:spcPts val="0"/>
              </a:spcAft>
              <a:buClr>
                <a:schemeClr val="lt1"/>
              </a:buClr>
              <a:buSzPts val="2400"/>
              <a:buFont typeface="Poppins"/>
              <a:buNone/>
              <a:defRPr sz="2400" b="1">
                <a:latin typeface="Poppins"/>
                <a:ea typeface="Poppins"/>
                <a:cs typeface="Poppins"/>
                <a:sym typeface="Poppins"/>
              </a:defRPr>
            </a:lvl3pPr>
            <a:lvl4pPr lvl="3">
              <a:spcBef>
                <a:spcPts val="0"/>
              </a:spcBef>
              <a:spcAft>
                <a:spcPts val="0"/>
              </a:spcAft>
              <a:buClr>
                <a:schemeClr val="lt1"/>
              </a:buClr>
              <a:buSzPts val="2400"/>
              <a:buFont typeface="Poppins"/>
              <a:buNone/>
              <a:defRPr sz="2400" b="1">
                <a:latin typeface="Poppins"/>
                <a:ea typeface="Poppins"/>
                <a:cs typeface="Poppins"/>
                <a:sym typeface="Poppins"/>
              </a:defRPr>
            </a:lvl4pPr>
            <a:lvl5pPr lvl="4">
              <a:spcBef>
                <a:spcPts val="0"/>
              </a:spcBef>
              <a:spcAft>
                <a:spcPts val="0"/>
              </a:spcAft>
              <a:buClr>
                <a:schemeClr val="lt1"/>
              </a:buClr>
              <a:buSzPts val="2400"/>
              <a:buFont typeface="Poppins"/>
              <a:buNone/>
              <a:defRPr sz="2400" b="1">
                <a:latin typeface="Poppins"/>
                <a:ea typeface="Poppins"/>
                <a:cs typeface="Poppins"/>
                <a:sym typeface="Poppins"/>
              </a:defRPr>
            </a:lvl5pPr>
            <a:lvl6pPr lvl="5">
              <a:spcBef>
                <a:spcPts val="0"/>
              </a:spcBef>
              <a:spcAft>
                <a:spcPts val="0"/>
              </a:spcAft>
              <a:buClr>
                <a:schemeClr val="lt1"/>
              </a:buClr>
              <a:buSzPts val="2400"/>
              <a:buFont typeface="Poppins"/>
              <a:buNone/>
              <a:defRPr sz="2400" b="1">
                <a:latin typeface="Poppins"/>
                <a:ea typeface="Poppins"/>
                <a:cs typeface="Poppins"/>
                <a:sym typeface="Poppins"/>
              </a:defRPr>
            </a:lvl6pPr>
            <a:lvl7pPr lvl="6">
              <a:spcBef>
                <a:spcPts val="0"/>
              </a:spcBef>
              <a:spcAft>
                <a:spcPts val="0"/>
              </a:spcAft>
              <a:buClr>
                <a:schemeClr val="lt1"/>
              </a:buClr>
              <a:buSzPts val="2400"/>
              <a:buFont typeface="Poppins"/>
              <a:buNone/>
              <a:defRPr sz="2400" b="1">
                <a:latin typeface="Poppins"/>
                <a:ea typeface="Poppins"/>
                <a:cs typeface="Poppins"/>
                <a:sym typeface="Poppins"/>
              </a:defRPr>
            </a:lvl7pPr>
            <a:lvl8pPr lvl="7">
              <a:spcBef>
                <a:spcPts val="0"/>
              </a:spcBef>
              <a:spcAft>
                <a:spcPts val="0"/>
              </a:spcAft>
              <a:buClr>
                <a:schemeClr val="lt1"/>
              </a:buClr>
              <a:buSzPts val="2400"/>
              <a:buFont typeface="Poppins"/>
              <a:buNone/>
              <a:defRPr sz="2400" b="1">
                <a:latin typeface="Poppins"/>
                <a:ea typeface="Poppins"/>
                <a:cs typeface="Poppins"/>
                <a:sym typeface="Poppins"/>
              </a:defRPr>
            </a:lvl8pPr>
            <a:lvl9pPr lvl="8">
              <a:spcBef>
                <a:spcPts val="0"/>
              </a:spcBef>
              <a:spcAft>
                <a:spcPts val="0"/>
              </a:spcAft>
              <a:buClr>
                <a:schemeClr val="lt1"/>
              </a:buClr>
              <a:buSzPts val="2400"/>
              <a:buFont typeface="Poppins"/>
              <a:buNone/>
              <a:defRPr sz="2400" b="1">
                <a:latin typeface="Poppins"/>
                <a:ea typeface="Poppins"/>
                <a:cs typeface="Poppins"/>
                <a:sym typeface="Poppins"/>
              </a:defRPr>
            </a:lvl9pPr>
          </a:lstStyle>
          <a:p>
            <a:endParaRPr/>
          </a:p>
        </p:txBody>
      </p:sp>
      <p:sp>
        <p:nvSpPr>
          <p:cNvPr id="249" name="Google Shape;249;p23"/>
          <p:cNvSpPr txBox="1">
            <a:spLocks noGrp="1"/>
          </p:cNvSpPr>
          <p:nvPr>
            <p:ph type="title" idx="29"/>
          </p:nvPr>
        </p:nvSpPr>
        <p:spPr>
          <a:xfrm>
            <a:off x="469875" y="3406431"/>
            <a:ext cx="2229000" cy="293100"/>
          </a:xfrm>
          <a:prstGeom prst="rect">
            <a:avLst/>
          </a:prstGeom>
        </p:spPr>
        <p:txBody>
          <a:bodyPr spcFirstLastPara="1" wrap="square" lIns="91425" tIns="91425" rIns="91425" bIns="91425" anchor="t" anchorCtr="0">
            <a:normAutofit/>
          </a:bodyPr>
          <a:lstStyle>
            <a:lvl1pPr lvl="0">
              <a:spcBef>
                <a:spcPts val="0"/>
              </a:spcBef>
              <a:spcAft>
                <a:spcPts val="0"/>
              </a:spcAft>
              <a:buSzPts val="1800"/>
              <a:buFont typeface="Poppins"/>
              <a:buNone/>
              <a:defRPr sz="1800" b="1">
                <a:latin typeface="Poppins"/>
                <a:ea typeface="Poppins"/>
                <a:cs typeface="Poppins"/>
                <a:sym typeface="Poppins"/>
              </a:defRPr>
            </a:lvl1pPr>
            <a:lvl2pPr lvl="1">
              <a:spcBef>
                <a:spcPts val="0"/>
              </a:spcBef>
              <a:spcAft>
                <a:spcPts val="0"/>
              </a:spcAft>
              <a:buClr>
                <a:schemeClr val="lt1"/>
              </a:buClr>
              <a:buSzPts val="2400"/>
              <a:buFont typeface="Poppins"/>
              <a:buNone/>
              <a:defRPr sz="2400" b="1">
                <a:latin typeface="Poppins"/>
                <a:ea typeface="Poppins"/>
                <a:cs typeface="Poppins"/>
                <a:sym typeface="Poppins"/>
              </a:defRPr>
            </a:lvl2pPr>
            <a:lvl3pPr lvl="2">
              <a:spcBef>
                <a:spcPts val="0"/>
              </a:spcBef>
              <a:spcAft>
                <a:spcPts val="0"/>
              </a:spcAft>
              <a:buClr>
                <a:schemeClr val="lt1"/>
              </a:buClr>
              <a:buSzPts val="2400"/>
              <a:buFont typeface="Poppins"/>
              <a:buNone/>
              <a:defRPr sz="2400" b="1">
                <a:latin typeface="Poppins"/>
                <a:ea typeface="Poppins"/>
                <a:cs typeface="Poppins"/>
                <a:sym typeface="Poppins"/>
              </a:defRPr>
            </a:lvl3pPr>
            <a:lvl4pPr lvl="3">
              <a:spcBef>
                <a:spcPts val="0"/>
              </a:spcBef>
              <a:spcAft>
                <a:spcPts val="0"/>
              </a:spcAft>
              <a:buClr>
                <a:schemeClr val="lt1"/>
              </a:buClr>
              <a:buSzPts val="2400"/>
              <a:buFont typeface="Poppins"/>
              <a:buNone/>
              <a:defRPr sz="2400" b="1">
                <a:latin typeface="Poppins"/>
                <a:ea typeface="Poppins"/>
                <a:cs typeface="Poppins"/>
                <a:sym typeface="Poppins"/>
              </a:defRPr>
            </a:lvl4pPr>
            <a:lvl5pPr lvl="4">
              <a:spcBef>
                <a:spcPts val="0"/>
              </a:spcBef>
              <a:spcAft>
                <a:spcPts val="0"/>
              </a:spcAft>
              <a:buClr>
                <a:schemeClr val="lt1"/>
              </a:buClr>
              <a:buSzPts val="2400"/>
              <a:buFont typeface="Poppins"/>
              <a:buNone/>
              <a:defRPr sz="2400" b="1">
                <a:latin typeface="Poppins"/>
                <a:ea typeface="Poppins"/>
                <a:cs typeface="Poppins"/>
                <a:sym typeface="Poppins"/>
              </a:defRPr>
            </a:lvl5pPr>
            <a:lvl6pPr lvl="5">
              <a:spcBef>
                <a:spcPts val="0"/>
              </a:spcBef>
              <a:spcAft>
                <a:spcPts val="0"/>
              </a:spcAft>
              <a:buClr>
                <a:schemeClr val="lt1"/>
              </a:buClr>
              <a:buSzPts val="2400"/>
              <a:buFont typeface="Poppins"/>
              <a:buNone/>
              <a:defRPr sz="2400" b="1">
                <a:latin typeface="Poppins"/>
                <a:ea typeface="Poppins"/>
                <a:cs typeface="Poppins"/>
                <a:sym typeface="Poppins"/>
              </a:defRPr>
            </a:lvl6pPr>
            <a:lvl7pPr lvl="6">
              <a:spcBef>
                <a:spcPts val="0"/>
              </a:spcBef>
              <a:spcAft>
                <a:spcPts val="0"/>
              </a:spcAft>
              <a:buClr>
                <a:schemeClr val="lt1"/>
              </a:buClr>
              <a:buSzPts val="2400"/>
              <a:buFont typeface="Poppins"/>
              <a:buNone/>
              <a:defRPr sz="2400" b="1">
                <a:latin typeface="Poppins"/>
                <a:ea typeface="Poppins"/>
                <a:cs typeface="Poppins"/>
                <a:sym typeface="Poppins"/>
              </a:defRPr>
            </a:lvl7pPr>
            <a:lvl8pPr lvl="7">
              <a:spcBef>
                <a:spcPts val="0"/>
              </a:spcBef>
              <a:spcAft>
                <a:spcPts val="0"/>
              </a:spcAft>
              <a:buClr>
                <a:schemeClr val="lt1"/>
              </a:buClr>
              <a:buSzPts val="2400"/>
              <a:buFont typeface="Poppins"/>
              <a:buNone/>
              <a:defRPr sz="2400" b="1">
                <a:latin typeface="Poppins"/>
                <a:ea typeface="Poppins"/>
                <a:cs typeface="Poppins"/>
                <a:sym typeface="Poppins"/>
              </a:defRPr>
            </a:lvl8pPr>
            <a:lvl9pPr lvl="8">
              <a:spcBef>
                <a:spcPts val="0"/>
              </a:spcBef>
              <a:spcAft>
                <a:spcPts val="0"/>
              </a:spcAft>
              <a:buClr>
                <a:schemeClr val="lt1"/>
              </a:buClr>
              <a:buSzPts val="2400"/>
              <a:buFont typeface="Poppins"/>
              <a:buNone/>
              <a:defRPr sz="2400" b="1">
                <a:latin typeface="Poppins"/>
                <a:ea typeface="Poppins"/>
                <a:cs typeface="Poppins"/>
                <a:sym typeface="Poppins"/>
              </a:defRPr>
            </a:lvl9pPr>
          </a:lstStyle>
          <a:p>
            <a:endParaRPr/>
          </a:p>
        </p:txBody>
      </p:sp>
      <p:sp>
        <p:nvSpPr>
          <p:cNvPr id="250" name="Google Shape;250;p23"/>
          <p:cNvSpPr txBox="1">
            <a:spLocks noGrp="1"/>
          </p:cNvSpPr>
          <p:nvPr>
            <p:ph type="title" idx="30"/>
          </p:nvPr>
        </p:nvSpPr>
        <p:spPr>
          <a:xfrm>
            <a:off x="3330700" y="3406431"/>
            <a:ext cx="2229000" cy="293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9pPr>
          </a:lstStyle>
          <a:p>
            <a:endParaRPr/>
          </a:p>
        </p:txBody>
      </p:sp>
      <p:sp>
        <p:nvSpPr>
          <p:cNvPr id="251" name="Google Shape;251;p23"/>
          <p:cNvSpPr txBox="1">
            <a:spLocks noGrp="1"/>
          </p:cNvSpPr>
          <p:nvPr>
            <p:ph type="title" idx="31"/>
          </p:nvPr>
        </p:nvSpPr>
        <p:spPr>
          <a:xfrm>
            <a:off x="3330700" y="1570725"/>
            <a:ext cx="2229000" cy="293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sz="2400" b="1">
                <a:solidFill>
                  <a:schemeClr val="dk1"/>
                </a:solidFill>
                <a:latin typeface="Poppins"/>
                <a:ea typeface="Poppins"/>
                <a:cs typeface="Poppins"/>
                <a:sym typeface="Poppins"/>
              </a:defRPr>
            </a:lvl9pPr>
          </a:lstStyle>
          <a:p>
            <a:endParaRPr/>
          </a:p>
        </p:txBody>
      </p:sp>
      <p:sp>
        <p:nvSpPr>
          <p:cNvPr id="252" name="Google Shape;252;p23"/>
          <p:cNvSpPr txBox="1">
            <a:spLocks noGrp="1"/>
          </p:cNvSpPr>
          <p:nvPr>
            <p:ph type="title" idx="32"/>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a:endParaRPr/>
          </a:p>
        </p:txBody>
      </p:sp>
      <p:sp>
        <p:nvSpPr>
          <p:cNvPr id="253" name="Google Shape;253;p23"/>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54" name="Google Shape;254;p23"/>
          <p:cNvSpPr txBox="1">
            <a:spLocks noGrp="1"/>
          </p:cNvSpPr>
          <p:nvPr>
            <p:ph type="subTitle" idx="33"/>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55" name="Google Shape;255;p23"/>
          <p:cNvSpPr txBox="1">
            <a:spLocks noGrp="1"/>
          </p:cNvSpPr>
          <p:nvPr>
            <p:ph type="subTitle" idx="34"/>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256" name="Google Shape;256;p23"/>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57" name="Google Shape;257;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ree objectives">
  <p:cSld name="TITLE_1_1_4_1">
    <p:spTree>
      <p:nvGrpSpPr>
        <p:cNvPr id="1" name="Shape 258"/>
        <p:cNvGrpSpPr/>
        <p:nvPr/>
      </p:nvGrpSpPr>
      <p:grpSpPr>
        <a:xfrm>
          <a:off x="0" y="0"/>
          <a:ext cx="0" cy="0"/>
          <a:chOff x="0" y="0"/>
          <a:chExt cx="0" cy="0"/>
        </a:xfrm>
      </p:grpSpPr>
      <p:sp>
        <p:nvSpPr>
          <p:cNvPr id="259" name="Google Shape;259;p24"/>
          <p:cNvSpPr txBox="1">
            <a:spLocks noGrp="1"/>
          </p:cNvSpPr>
          <p:nvPr>
            <p:ph type="subTitle" idx="1"/>
          </p:nvPr>
        </p:nvSpPr>
        <p:spPr>
          <a:xfrm>
            <a:off x="284700" y="3016803"/>
            <a:ext cx="1970400" cy="466800"/>
          </a:xfrm>
          <a:prstGeom prst="rect">
            <a:avLst/>
          </a:prstGeom>
        </p:spPr>
        <p:txBody>
          <a:bodyPr spcFirstLastPara="1" wrap="square" lIns="0" tIns="91425" rIns="91425" bIns="91425"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260" name="Google Shape;260;p24"/>
          <p:cNvSpPr txBox="1">
            <a:spLocks noGrp="1"/>
          </p:cNvSpPr>
          <p:nvPr>
            <p:ph type="subTitle" idx="2"/>
          </p:nvPr>
        </p:nvSpPr>
        <p:spPr>
          <a:xfrm>
            <a:off x="284700" y="3432410"/>
            <a:ext cx="1970400" cy="1219800"/>
          </a:xfrm>
          <a:prstGeom prst="rect">
            <a:avLst/>
          </a:prstGeom>
        </p:spPr>
        <p:txBody>
          <a:bodyPr spcFirstLastPara="1" wrap="square" lIns="0" tIns="91425" rIns="91425" bIns="91425" anchor="t" anchorCtr="0">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261" name="Google Shape;261;p24"/>
          <p:cNvSpPr txBox="1">
            <a:spLocks noGrp="1"/>
          </p:cNvSpPr>
          <p:nvPr>
            <p:ph type="subTitle" idx="3"/>
          </p:nvPr>
        </p:nvSpPr>
        <p:spPr>
          <a:xfrm>
            <a:off x="2709924" y="3016803"/>
            <a:ext cx="1970400" cy="466800"/>
          </a:xfrm>
          <a:prstGeom prst="rect">
            <a:avLst/>
          </a:prstGeom>
        </p:spPr>
        <p:txBody>
          <a:bodyPr spcFirstLastPara="1" wrap="square" lIns="0" tIns="91425" rIns="91425" bIns="91425"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262" name="Google Shape;262;p24"/>
          <p:cNvSpPr txBox="1">
            <a:spLocks noGrp="1"/>
          </p:cNvSpPr>
          <p:nvPr>
            <p:ph type="subTitle" idx="4"/>
          </p:nvPr>
        </p:nvSpPr>
        <p:spPr>
          <a:xfrm>
            <a:off x="2709924" y="3432410"/>
            <a:ext cx="1970400" cy="1219800"/>
          </a:xfrm>
          <a:prstGeom prst="rect">
            <a:avLst/>
          </a:prstGeom>
        </p:spPr>
        <p:txBody>
          <a:bodyPr spcFirstLastPara="1" wrap="square" lIns="0" tIns="91425" rIns="91425" bIns="91425" anchor="t" anchorCtr="0">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263" name="Google Shape;263;p24"/>
          <p:cNvSpPr txBox="1">
            <a:spLocks noGrp="1"/>
          </p:cNvSpPr>
          <p:nvPr>
            <p:ph type="subTitle" idx="5"/>
          </p:nvPr>
        </p:nvSpPr>
        <p:spPr>
          <a:xfrm>
            <a:off x="5135149" y="3016803"/>
            <a:ext cx="1970400" cy="466800"/>
          </a:xfrm>
          <a:prstGeom prst="rect">
            <a:avLst/>
          </a:prstGeom>
        </p:spPr>
        <p:txBody>
          <a:bodyPr spcFirstLastPara="1" wrap="square" lIns="0" tIns="91425" rIns="91425" bIns="91425"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264" name="Google Shape;264;p24"/>
          <p:cNvSpPr txBox="1">
            <a:spLocks noGrp="1"/>
          </p:cNvSpPr>
          <p:nvPr>
            <p:ph type="subTitle" idx="6"/>
          </p:nvPr>
        </p:nvSpPr>
        <p:spPr>
          <a:xfrm>
            <a:off x="5135149" y="3432410"/>
            <a:ext cx="1970400" cy="1219800"/>
          </a:xfrm>
          <a:prstGeom prst="rect">
            <a:avLst/>
          </a:prstGeom>
        </p:spPr>
        <p:txBody>
          <a:bodyPr spcFirstLastPara="1" wrap="square" lIns="0" tIns="91425" rIns="91425" bIns="91425" anchor="t" anchorCtr="0">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265" name="Google Shape;265;p24"/>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266" name="Google Shape;266;p24"/>
          <p:cNvSpPr txBox="1">
            <a:spLocks noGrp="1"/>
          </p:cNvSpPr>
          <p:nvPr>
            <p:ph type="subTitle" idx="7"/>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67" name="Google Shape;267;p24"/>
          <p:cNvSpPr txBox="1">
            <a:spLocks noGrp="1"/>
          </p:cNvSpPr>
          <p:nvPr>
            <p:ph type="subTitle" idx="8"/>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68" name="Google Shape;268;p24"/>
          <p:cNvSpPr txBox="1">
            <a:spLocks noGrp="1"/>
          </p:cNvSpPr>
          <p:nvPr>
            <p:ph type="subTitle" idx="9"/>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269" name="Google Shape;269;p24"/>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70" name="Google Shape;270;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title only">
  <p:cSld name="BLANK_1_1_1_1_1">
    <p:spTree>
      <p:nvGrpSpPr>
        <p:cNvPr id="1" name="Shape 271"/>
        <p:cNvGrpSpPr/>
        <p:nvPr/>
      </p:nvGrpSpPr>
      <p:grpSpPr>
        <a:xfrm>
          <a:off x="0" y="0"/>
          <a:ext cx="0" cy="0"/>
          <a:chOff x="0" y="0"/>
          <a:chExt cx="0" cy="0"/>
        </a:xfrm>
      </p:grpSpPr>
      <p:sp>
        <p:nvSpPr>
          <p:cNvPr id="272" name="Google Shape;272;p25"/>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273" name="Google Shape;273;p25"/>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74" name="Google Shape;274;p25"/>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275" name="Google Shape;275;p25"/>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276" name="Google Shape;276;p25"/>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277" name="Google Shape;277;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am cards - Alt 1">
  <p:cSld name="CUSTOM_6">
    <p:spTree>
      <p:nvGrpSpPr>
        <p:cNvPr id="1" name="Shape 278"/>
        <p:cNvGrpSpPr/>
        <p:nvPr/>
      </p:nvGrpSpPr>
      <p:grpSpPr>
        <a:xfrm>
          <a:off x="0" y="0"/>
          <a:ext cx="0" cy="0"/>
          <a:chOff x="0" y="0"/>
          <a:chExt cx="0" cy="0"/>
        </a:xfrm>
      </p:grpSpPr>
      <p:pic>
        <p:nvPicPr>
          <p:cNvPr id="279" name="Google Shape;279;p26"/>
          <p:cNvPicPr preferRelativeResize="0"/>
          <p:nvPr/>
        </p:nvPicPr>
        <p:blipFill rotWithShape="1">
          <a:blip r:embed="rId2">
            <a:alphaModFix/>
          </a:blip>
          <a:srcRect l="32511" r="27293" b="39661"/>
          <a:stretch/>
        </p:blipFill>
        <p:spPr>
          <a:xfrm>
            <a:off x="1701300" y="1641428"/>
            <a:ext cx="653100" cy="653400"/>
          </a:xfrm>
          <a:prstGeom prst="ellipse">
            <a:avLst/>
          </a:prstGeom>
          <a:noFill/>
          <a:ln>
            <a:noFill/>
          </a:ln>
        </p:spPr>
      </p:pic>
      <p:sp>
        <p:nvSpPr>
          <p:cNvPr id="280" name="Google Shape;280;p26"/>
          <p:cNvSpPr>
            <a:spLocks noGrp="1"/>
          </p:cNvSpPr>
          <p:nvPr>
            <p:ph type="pic" idx="2"/>
          </p:nvPr>
        </p:nvSpPr>
        <p:spPr>
          <a:xfrm>
            <a:off x="1701300" y="1641575"/>
            <a:ext cx="653100" cy="653100"/>
          </a:xfrm>
          <a:prstGeom prst="ellipse">
            <a:avLst/>
          </a:prstGeom>
          <a:noFill/>
          <a:ln>
            <a:noFill/>
          </a:ln>
        </p:spPr>
      </p:sp>
      <p:sp>
        <p:nvSpPr>
          <p:cNvPr id="281" name="Google Shape;281;p26"/>
          <p:cNvSpPr txBox="1">
            <a:spLocks noGrp="1"/>
          </p:cNvSpPr>
          <p:nvPr>
            <p:ph type="subTitle" idx="1"/>
          </p:nvPr>
        </p:nvSpPr>
        <p:spPr>
          <a:xfrm>
            <a:off x="425050" y="1713878"/>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282" name="Google Shape;282;p26"/>
          <p:cNvSpPr txBox="1">
            <a:spLocks noGrp="1"/>
          </p:cNvSpPr>
          <p:nvPr>
            <p:ph type="subTitle" idx="3"/>
          </p:nvPr>
        </p:nvSpPr>
        <p:spPr>
          <a:xfrm>
            <a:off x="425050" y="2028155"/>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pic>
        <p:nvPicPr>
          <p:cNvPr id="283" name="Google Shape;283;p26"/>
          <p:cNvPicPr preferRelativeResize="0"/>
          <p:nvPr/>
        </p:nvPicPr>
        <p:blipFill rotWithShape="1">
          <a:blip r:embed="rId2">
            <a:alphaModFix/>
          </a:blip>
          <a:srcRect l="32511" r="27293" b="39661"/>
          <a:stretch/>
        </p:blipFill>
        <p:spPr>
          <a:xfrm>
            <a:off x="4206300" y="1641428"/>
            <a:ext cx="653100" cy="653400"/>
          </a:xfrm>
          <a:prstGeom prst="ellipse">
            <a:avLst/>
          </a:prstGeom>
          <a:noFill/>
          <a:ln>
            <a:noFill/>
          </a:ln>
        </p:spPr>
      </p:pic>
      <p:sp>
        <p:nvSpPr>
          <p:cNvPr id="284" name="Google Shape;284;p26"/>
          <p:cNvSpPr>
            <a:spLocks noGrp="1"/>
          </p:cNvSpPr>
          <p:nvPr>
            <p:ph type="pic" idx="4"/>
          </p:nvPr>
        </p:nvSpPr>
        <p:spPr>
          <a:xfrm>
            <a:off x="4206300" y="1641575"/>
            <a:ext cx="653100" cy="653100"/>
          </a:xfrm>
          <a:prstGeom prst="ellipse">
            <a:avLst/>
          </a:prstGeom>
          <a:noFill/>
          <a:ln>
            <a:noFill/>
          </a:ln>
        </p:spPr>
      </p:sp>
      <p:sp>
        <p:nvSpPr>
          <p:cNvPr id="285" name="Google Shape;285;p26"/>
          <p:cNvSpPr txBox="1">
            <a:spLocks noGrp="1"/>
          </p:cNvSpPr>
          <p:nvPr>
            <p:ph type="subTitle" idx="5"/>
          </p:nvPr>
        </p:nvSpPr>
        <p:spPr>
          <a:xfrm>
            <a:off x="2930050" y="1713878"/>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286" name="Google Shape;286;p26"/>
          <p:cNvSpPr txBox="1">
            <a:spLocks noGrp="1"/>
          </p:cNvSpPr>
          <p:nvPr>
            <p:ph type="subTitle" idx="6"/>
          </p:nvPr>
        </p:nvSpPr>
        <p:spPr>
          <a:xfrm>
            <a:off x="2930050" y="2028155"/>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pic>
        <p:nvPicPr>
          <p:cNvPr id="287" name="Google Shape;287;p26"/>
          <p:cNvPicPr preferRelativeResize="0"/>
          <p:nvPr/>
        </p:nvPicPr>
        <p:blipFill rotWithShape="1">
          <a:blip r:embed="rId2">
            <a:alphaModFix/>
          </a:blip>
          <a:srcRect l="32511" r="27293" b="39661"/>
          <a:stretch/>
        </p:blipFill>
        <p:spPr>
          <a:xfrm>
            <a:off x="6711300" y="1641428"/>
            <a:ext cx="653100" cy="653400"/>
          </a:xfrm>
          <a:prstGeom prst="ellipse">
            <a:avLst/>
          </a:prstGeom>
          <a:noFill/>
          <a:ln>
            <a:noFill/>
          </a:ln>
        </p:spPr>
      </p:pic>
      <p:sp>
        <p:nvSpPr>
          <p:cNvPr id="288" name="Google Shape;288;p26"/>
          <p:cNvSpPr>
            <a:spLocks noGrp="1"/>
          </p:cNvSpPr>
          <p:nvPr>
            <p:ph type="pic" idx="7"/>
          </p:nvPr>
        </p:nvSpPr>
        <p:spPr>
          <a:xfrm>
            <a:off x="6711300" y="1641575"/>
            <a:ext cx="653100" cy="653100"/>
          </a:xfrm>
          <a:prstGeom prst="ellipse">
            <a:avLst/>
          </a:prstGeom>
          <a:noFill/>
          <a:ln>
            <a:noFill/>
          </a:ln>
        </p:spPr>
      </p:sp>
      <p:sp>
        <p:nvSpPr>
          <p:cNvPr id="289" name="Google Shape;289;p26"/>
          <p:cNvSpPr txBox="1">
            <a:spLocks noGrp="1"/>
          </p:cNvSpPr>
          <p:nvPr>
            <p:ph type="subTitle" idx="8"/>
          </p:nvPr>
        </p:nvSpPr>
        <p:spPr>
          <a:xfrm>
            <a:off x="5435050" y="1713878"/>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290" name="Google Shape;290;p26"/>
          <p:cNvSpPr txBox="1">
            <a:spLocks noGrp="1"/>
          </p:cNvSpPr>
          <p:nvPr>
            <p:ph type="subTitle" idx="9"/>
          </p:nvPr>
        </p:nvSpPr>
        <p:spPr>
          <a:xfrm>
            <a:off x="5435050" y="2028155"/>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pic>
        <p:nvPicPr>
          <p:cNvPr id="291" name="Google Shape;291;p26"/>
          <p:cNvPicPr preferRelativeResize="0"/>
          <p:nvPr/>
        </p:nvPicPr>
        <p:blipFill rotWithShape="1">
          <a:blip r:embed="rId2">
            <a:alphaModFix/>
          </a:blip>
          <a:srcRect l="32511" r="27293" b="39661"/>
          <a:stretch/>
        </p:blipFill>
        <p:spPr>
          <a:xfrm>
            <a:off x="1701300" y="2749328"/>
            <a:ext cx="653100" cy="653400"/>
          </a:xfrm>
          <a:prstGeom prst="ellipse">
            <a:avLst/>
          </a:prstGeom>
          <a:noFill/>
          <a:ln>
            <a:noFill/>
          </a:ln>
        </p:spPr>
      </p:pic>
      <p:sp>
        <p:nvSpPr>
          <p:cNvPr id="292" name="Google Shape;292;p26"/>
          <p:cNvSpPr>
            <a:spLocks noGrp="1"/>
          </p:cNvSpPr>
          <p:nvPr>
            <p:ph type="pic" idx="13"/>
          </p:nvPr>
        </p:nvSpPr>
        <p:spPr>
          <a:xfrm>
            <a:off x="1701300" y="2749475"/>
            <a:ext cx="653100" cy="653100"/>
          </a:xfrm>
          <a:prstGeom prst="ellipse">
            <a:avLst/>
          </a:prstGeom>
          <a:noFill/>
          <a:ln>
            <a:noFill/>
          </a:ln>
        </p:spPr>
      </p:sp>
      <p:sp>
        <p:nvSpPr>
          <p:cNvPr id="293" name="Google Shape;293;p26"/>
          <p:cNvSpPr txBox="1">
            <a:spLocks noGrp="1"/>
          </p:cNvSpPr>
          <p:nvPr>
            <p:ph type="subTitle" idx="14"/>
          </p:nvPr>
        </p:nvSpPr>
        <p:spPr>
          <a:xfrm>
            <a:off x="425050" y="2821778"/>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294" name="Google Shape;294;p26"/>
          <p:cNvSpPr txBox="1">
            <a:spLocks noGrp="1"/>
          </p:cNvSpPr>
          <p:nvPr>
            <p:ph type="subTitle" idx="15"/>
          </p:nvPr>
        </p:nvSpPr>
        <p:spPr>
          <a:xfrm>
            <a:off x="425050" y="3136055"/>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pic>
        <p:nvPicPr>
          <p:cNvPr id="295" name="Google Shape;295;p26"/>
          <p:cNvPicPr preferRelativeResize="0"/>
          <p:nvPr/>
        </p:nvPicPr>
        <p:blipFill rotWithShape="1">
          <a:blip r:embed="rId2">
            <a:alphaModFix/>
          </a:blip>
          <a:srcRect l="32511" r="27293" b="39661"/>
          <a:stretch/>
        </p:blipFill>
        <p:spPr>
          <a:xfrm>
            <a:off x="4206300" y="2749328"/>
            <a:ext cx="653100" cy="653400"/>
          </a:xfrm>
          <a:prstGeom prst="ellipse">
            <a:avLst/>
          </a:prstGeom>
          <a:noFill/>
          <a:ln>
            <a:noFill/>
          </a:ln>
        </p:spPr>
      </p:pic>
      <p:sp>
        <p:nvSpPr>
          <p:cNvPr id="296" name="Google Shape;296;p26"/>
          <p:cNvSpPr>
            <a:spLocks noGrp="1"/>
          </p:cNvSpPr>
          <p:nvPr>
            <p:ph type="pic" idx="16"/>
          </p:nvPr>
        </p:nvSpPr>
        <p:spPr>
          <a:xfrm>
            <a:off x="4206300" y="2749475"/>
            <a:ext cx="653100" cy="653100"/>
          </a:xfrm>
          <a:prstGeom prst="ellipse">
            <a:avLst/>
          </a:prstGeom>
          <a:noFill/>
          <a:ln>
            <a:noFill/>
          </a:ln>
        </p:spPr>
      </p:sp>
      <p:sp>
        <p:nvSpPr>
          <p:cNvPr id="297" name="Google Shape;297;p26"/>
          <p:cNvSpPr txBox="1">
            <a:spLocks noGrp="1"/>
          </p:cNvSpPr>
          <p:nvPr>
            <p:ph type="subTitle" idx="17"/>
          </p:nvPr>
        </p:nvSpPr>
        <p:spPr>
          <a:xfrm>
            <a:off x="2930050" y="2821778"/>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298" name="Google Shape;298;p26"/>
          <p:cNvSpPr txBox="1">
            <a:spLocks noGrp="1"/>
          </p:cNvSpPr>
          <p:nvPr>
            <p:ph type="subTitle" idx="18"/>
          </p:nvPr>
        </p:nvSpPr>
        <p:spPr>
          <a:xfrm>
            <a:off x="2930050" y="3136055"/>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pic>
        <p:nvPicPr>
          <p:cNvPr id="299" name="Google Shape;299;p26"/>
          <p:cNvPicPr preferRelativeResize="0"/>
          <p:nvPr/>
        </p:nvPicPr>
        <p:blipFill rotWithShape="1">
          <a:blip r:embed="rId2">
            <a:alphaModFix/>
          </a:blip>
          <a:srcRect l="32511" r="27293" b="39661"/>
          <a:stretch/>
        </p:blipFill>
        <p:spPr>
          <a:xfrm>
            <a:off x="6711300" y="2749328"/>
            <a:ext cx="653100" cy="653400"/>
          </a:xfrm>
          <a:prstGeom prst="ellipse">
            <a:avLst/>
          </a:prstGeom>
          <a:noFill/>
          <a:ln>
            <a:noFill/>
          </a:ln>
        </p:spPr>
      </p:pic>
      <p:sp>
        <p:nvSpPr>
          <p:cNvPr id="300" name="Google Shape;300;p26"/>
          <p:cNvSpPr>
            <a:spLocks noGrp="1"/>
          </p:cNvSpPr>
          <p:nvPr>
            <p:ph type="pic" idx="19"/>
          </p:nvPr>
        </p:nvSpPr>
        <p:spPr>
          <a:xfrm>
            <a:off x="6711300" y="2749475"/>
            <a:ext cx="653100" cy="653100"/>
          </a:xfrm>
          <a:prstGeom prst="ellipse">
            <a:avLst/>
          </a:prstGeom>
          <a:noFill/>
          <a:ln>
            <a:noFill/>
          </a:ln>
        </p:spPr>
      </p:sp>
      <p:sp>
        <p:nvSpPr>
          <p:cNvPr id="301" name="Google Shape;301;p26"/>
          <p:cNvSpPr txBox="1">
            <a:spLocks noGrp="1"/>
          </p:cNvSpPr>
          <p:nvPr>
            <p:ph type="subTitle" idx="20"/>
          </p:nvPr>
        </p:nvSpPr>
        <p:spPr>
          <a:xfrm>
            <a:off x="5435050" y="2821778"/>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02" name="Google Shape;302;p26"/>
          <p:cNvSpPr txBox="1">
            <a:spLocks noGrp="1"/>
          </p:cNvSpPr>
          <p:nvPr>
            <p:ph type="subTitle" idx="21"/>
          </p:nvPr>
        </p:nvSpPr>
        <p:spPr>
          <a:xfrm>
            <a:off x="5435050" y="3136055"/>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pic>
        <p:nvPicPr>
          <p:cNvPr id="303" name="Google Shape;303;p26"/>
          <p:cNvPicPr preferRelativeResize="0"/>
          <p:nvPr/>
        </p:nvPicPr>
        <p:blipFill rotWithShape="1">
          <a:blip r:embed="rId2">
            <a:alphaModFix/>
          </a:blip>
          <a:srcRect l="32511" r="27293" b="39661"/>
          <a:stretch/>
        </p:blipFill>
        <p:spPr>
          <a:xfrm>
            <a:off x="1701300" y="3857228"/>
            <a:ext cx="653100" cy="653400"/>
          </a:xfrm>
          <a:prstGeom prst="ellipse">
            <a:avLst/>
          </a:prstGeom>
          <a:noFill/>
          <a:ln>
            <a:noFill/>
          </a:ln>
        </p:spPr>
      </p:pic>
      <p:sp>
        <p:nvSpPr>
          <p:cNvPr id="304" name="Google Shape;304;p26"/>
          <p:cNvSpPr>
            <a:spLocks noGrp="1"/>
          </p:cNvSpPr>
          <p:nvPr>
            <p:ph type="pic" idx="22"/>
          </p:nvPr>
        </p:nvSpPr>
        <p:spPr>
          <a:xfrm>
            <a:off x="1701300" y="3857375"/>
            <a:ext cx="653100" cy="653100"/>
          </a:xfrm>
          <a:prstGeom prst="ellipse">
            <a:avLst/>
          </a:prstGeom>
          <a:noFill/>
          <a:ln>
            <a:noFill/>
          </a:ln>
        </p:spPr>
      </p:sp>
      <p:sp>
        <p:nvSpPr>
          <p:cNvPr id="305" name="Google Shape;305;p26"/>
          <p:cNvSpPr txBox="1">
            <a:spLocks noGrp="1"/>
          </p:cNvSpPr>
          <p:nvPr>
            <p:ph type="subTitle" idx="23"/>
          </p:nvPr>
        </p:nvSpPr>
        <p:spPr>
          <a:xfrm>
            <a:off x="425050" y="3929678"/>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06" name="Google Shape;306;p26"/>
          <p:cNvSpPr txBox="1">
            <a:spLocks noGrp="1"/>
          </p:cNvSpPr>
          <p:nvPr>
            <p:ph type="subTitle" idx="24"/>
          </p:nvPr>
        </p:nvSpPr>
        <p:spPr>
          <a:xfrm>
            <a:off x="425050" y="4243955"/>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pic>
        <p:nvPicPr>
          <p:cNvPr id="307" name="Google Shape;307;p26"/>
          <p:cNvPicPr preferRelativeResize="0"/>
          <p:nvPr/>
        </p:nvPicPr>
        <p:blipFill rotWithShape="1">
          <a:blip r:embed="rId2">
            <a:alphaModFix/>
          </a:blip>
          <a:srcRect l="32511" r="27293" b="39661"/>
          <a:stretch/>
        </p:blipFill>
        <p:spPr>
          <a:xfrm>
            <a:off x="4214044" y="3857228"/>
            <a:ext cx="653100" cy="653400"/>
          </a:xfrm>
          <a:prstGeom prst="ellipse">
            <a:avLst/>
          </a:prstGeom>
          <a:noFill/>
          <a:ln>
            <a:noFill/>
          </a:ln>
        </p:spPr>
      </p:pic>
      <p:sp>
        <p:nvSpPr>
          <p:cNvPr id="308" name="Google Shape;308;p26"/>
          <p:cNvSpPr>
            <a:spLocks noGrp="1"/>
          </p:cNvSpPr>
          <p:nvPr>
            <p:ph type="pic" idx="25"/>
          </p:nvPr>
        </p:nvSpPr>
        <p:spPr>
          <a:xfrm>
            <a:off x="4214044" y="3857375"/>
            <a:ext cx="653100" cy="653100"/>
          </a:xfrm>
          <a:prstGeom prst="ellipse">
            <a:avLst/>
          </a:prstGeom>
          <a:noFill/>
          <a:ln>
            <a:noFill/>
          </a:ln>
        </p:spPr>
      </p:sp>
      <p:sp>
        <p:nvSpPr>
          <p:cNvPr id="309" name="Google Shape;309;p26"/>
          <p:cNvSpPr txBox="1">
            <a:spLocks noGrp="1"/>
          </p:cNvSpPr>
          <p:nvPr>
            <p:ph type="subTitle" idx="26"/>
          </p:nvPr>
        </p:nvSpPr>
        <p:spPr>
          <a:xfrm>
            <a:off x="2937794" y="3929678"/>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10" name="Google Shape;310;p26"/>
          <p:cNvSpPr txBox="1">
            <a:spLocks noGrp="1"/>
          </p:cNvSpPr>
          <p:nvPr>
            <p:ph type="subTitle" idx="27"/>
          </p:nvPr>
        </p:nvSpPr>
        <p:spPr>
          <a:xfrm>
            <a:off x="2937794" y="4243955"/>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pic>
        <p:nvPicPr>
          <p:cNvPr id="311" name="Google Shape;311;p26"/>
          <p:cNvPicPr preferRelativeResize="0"/>
          <p:nvPr/>
        </p:nvPicPr>
        <p:blipFill rotWithShape="1">
          <a:blip r:embed="rId2">
            <a:alphaModFix/>
          </a:blip>
          <a:srcRect l="32511" r="27293" b="39661"/>
          <a:stretch/>
        </p:blipFill>
        <p:spPr>
          <a:xfrm>
            <a:off x="6719044" y="3857228"/>
            <a:ext cx="653100" cy="653400"/>
          </a:xfrm>
          <a:prstGeom prst="ellipse">
            <a:avLst/>
          </a:prstGeom>
          <a:noFill/>
          <a:ln>
            <a:noFill/>
          </a:ln>
        </p:spPr>
      </p:pic>
      <p:sp>
        <p:nvSpPr>
          <p:cNvPr id="312" name="Google Shape;312;p26"/>
          <p:cNvSpPr>
            <a:spLocks noGrp="1"/>
          </p:cNvSpPr>
          <p:nvPr>
            <p:ph type="pic" idx="28"/>
          </p:nvPr>
        </p:nvSpPr>
        <p:spPr>
          <a:xfrm>
            <a:off x="6719044" y="3857375"/>
            <a:ext cx="653100" cy="653100"/>
          </a:xfrm>
          <a:prstGeom prst="ellipse">
            <a:avLst/>
          </a:prstGeom>
          <a:noFill/>
          <a:ln>
            <a:noFill/>
          </a:ln>
        </p:spPr>
      </p:sp>
      <p:sp>
        <p:nvSpPr>
          <p:cNvPr id="313" name="Google Shape;313;p26"/>
          <p:cNvSpPr txBox="1">
            <a:spLocks noGrp="1"/>
          </p:cNvSpPr>
          <p:nvPr>
            <p:ph type="subTitle" idx="29"/>
          </p:nvPr>
        </p:nvSpPr>
        <p:spPr>
          <a:xfrm>
            <a:off x="5442794" y="3929678"/>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14" name="Google Shape;314;p26"/>
          <p:cNvSpPr txBox="1">
            <a:spLocks noGrp="1"/>
          </p:cNvSpPr>
          <p:nvPr>
            <p:ph type="subTitle" idx="30"/>
          </p:nvPr>
        </p:nvSpPr>
        <p:spPr>
          <a:xfrm>
            <a:off x="5442794" y="4243955"/>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15" name="Google Shape;315;p26"/>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316" name="Google Shape;316;p26"/>
          <p:cNvSpPr txBox="1">
            <a:spLocks noGrp="1"/>
          </p:cNvSpPr>
          <p:nvPr>
            <p:ph type="subTitle" idx="3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17" name="Google Shape;317;p26"/>
          <p:cNvSpPr txBox="1">
            <a:spLocks noGrp="1"/>
          </p:cNvSpPr>
          <p:nvPr>
            <p:ph type="subTitle" idx="3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18" name="Google Shape;318;p26"/>
          <p:cNvSpPr txBox="1">
            <a:spLocks noGrp="1"/>
          </p:cNvSpPr>
          <p:nvPr>
            <p:ph type="subTitle" idx="3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319" name="Google Shape;319;p26"/>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320" name="Google Shape;320;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eam cards - Alt 2">
  <p:cSld name="CUSTOM_6_1">
    <p:spTree>
      <p:nvGrpSpPr>
        <p:cNvPr id="1" name="Shape 321"/>
        <p:cNvGrpSpPr/>
        <p:nvPr/>
      </p:nvGrpSpPr>
      <p:grpSpPr>
        <a:xfrm>
          <a:off x="0" y="0"/>
          <a:ext cx="0" cy="0"/>
          <a:chOff x="0" y="0"/>
          <a:chExt cx="0" cy="0"/>
        </a:xfrm>
      </p:grpSpPr>
      <p:sp>
        <p:nvSpPr>
          <p:cNvPr id="322" name="Google Shape;322;p27"/>
          <p:cNvSpPr txBox="1">
            <a:spLocks noGrp="1"/>
          </p:cNvSpPr>
          <p:nvPr>
            <p:ph type="subTitle" idx="1"/>
          </p:nvPr>
        </p:nvSpPr>
        <p:spPr>
          <a:xfrm>
            <a:off x="284700" y="1013951"/>
            <a:ext cx="2508900" cy="288300"/>
          </a:xfrm>
          <a:prstGeom prst="rect">
            <a:avLst/>
          </a:prstGeom>
        </p:spPr>
        <p:txBody>
          <a:bodyPr spcFirstLastPara="1" wrap="square" lIns="0" tIns="91425" rIns="91425" bIns="91425" anchor="t" anchorCtr="0">
            <a:spAutoFit/>
          </a:bodyPr>
          <a:lstStyle>
            <a:lvl1pPr lvl="0" algn="ctr">
              <a:spcBef>
                <a:spcPts val="0"/>
              </a:spcBef>
              <a:spcAft>
                <a:spcPts val="0"/>
              </a:spcAft>
              <a:buNone/>
              <a:defRPr b="1">
                <a:latin typeface="Poppins"/>
                <a:ea typeface="Poppins"/>
                <a:cs typeface="Poppins"/>
                <a:sym typeface="Poppins"/>
              </a:defRPr>
            </a:lvl1pPr>
            <a:lvl2pPr lvl="1">
              <a:spcBef>
                <a:spcPts val="120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23" name="Google Shape;323;p27"/>
          <p:cNvSpPr txBox="1">
            <a:spLocks noGrp="1"/>
          </p:cNvSpPr>
          <p:nvPr>
            <p:ph type="subTitle" idx="2"/>
          </p:nvPr>
        </p:nvSpPr>
        <p:spPr>
          <a:xfrm>
            <a:off x="3375375" y="1013951"/>
            <a:ext cx="2508900" cy="288300"/>
          </a:xfrm>
          <a:prstGeom prst="rect">
            <a:avLst/>
          </a:prstGeom>
        </p:spPr>
        <p:txBody>
          <a:bodyPr spcFirstLastPara="1" wrap="square" lIns="0" tIns="91425" rIns="91425" bIns="91425" anchor="t" anchorCtr="0">
            <a:spAutoFit/>
          </a:bodyPr>
          <a:lstStyle>
            <a:lvl1pPr lvl="0" algn="ctr">
              <a:spcBef>
                <a:spcPts val="0"/>
              </a:spcBef>
              <a:spcAft>
                <a:spcPts val="0"/>
              </a:spcAft>
              <a:buNone/>
              <a:defRPr b="1">
                <a:latin typeface="Poppins"/>
                <a:ea typeface="Poppins"/>
                <a:cs typeface="Poppins"/>
                <a:sym typeface="Poppins"/>
              </a:defRPr>
            </a:lvl1pPr>
            <a:lvl2pPr lvl="1">
              <a:spcBef>
                <a:spcPts val="120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24" name="Google Shape;324;p27"/>
          <p:cNvSpPr txBox="1">
            <a:spLocks noGrp="1"/>
          </p:cNvSpPr>
          <p:nvPr>
            <p:ph type="subTitle" idx="3"/>
          </p:nvPr>
        </p:nvSpPr>
        <p:spPr>
          <a:xfrm>
            <a:off x="6350375" y="1013951"/>
            <a:ext cx="2508900" cy="288300"/>
          </a:xfrm>
          <a:prstGeom prst="rect">
            <a:avLst/>
          </a:prstGeom>
        </p:spPr>
        <p:txBody>
          <a:bodyPr spcFirstLastPara="1" wrap="square" lIns="0" tIns="91425" rIns="91425" bIns="91425" anchor="t" anchorCtr="0">
            <a:spAutoFit/>
          </a:bodyPr>
          <a:lstStyle>
            <a:lvl1pPr lvl="0" algn="ctr">
              <a:spcBef>
                <a:spcPts val="0"/>
              </a:spcBef>
              <a:spcAft>
                <a:spcPts val="0"/>
              </a:spcAft>
              <a:buNone/>
              <a:defRPr b="1">
                <a:latin typeface="Poppins"/>
                <a:ea typeface="Poppins"/>
                <a:cs typeface="Poppins"/>
                <a:sym typeface="Poppins"/>
              </a:defRPr>
            </a:lvl1pPr>
            <a:lvl2pPr lvl="1">
              <a:spcBef>
                <a:spcPts val="120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25" name="Google Shape;325;p27"/>
          <p:cNvSpPr>
            <a:spLocks noGrp="1"/>
          </p:cNvSpPr>
          <p:nvPr>
            <p:ph type="pic" idx="4"/>
          </p:nvPr>
        </p:nvSpPr>
        <p:spPr>
          <a:xfrm>
            <a:off x="1811447" y="1687497"/>
            <a:ext cx="653100" cy="653100"/>
          </a:xfrm>
          <a:prstGeom prst="ellipse">
            <a:avLst/>
          </a:prstGeom>
          <a:noFill/>
          <a:ln>
            <a:noFill/>
          </a:ln>
        </p:spPr>
      </p:sp>
      <p:sp>
        <p:nvSpPr>
          <p:cNvPr id="326" name="Google Shape;326;p27"/>
          <p:cNvSpPr txBox="1">
            <a:spLocks noGrp="1"/>
          </p:cNvSpPr>
          <p:nvPr>
            <p:ph type="subTitle" idx="5"/>
          </p:nvPr>
        </p:nvSpPr>
        <p:spPr>
          <a:xfrm>
            <a:off x="535197" y="17598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27" name="Google Shape;327;p27"/>
          <p:cNvSpPr txBox="1">
            <a:spLocks noGrp="1"/>
          </p:cNvSpPr>
          <p:nvPr>
            <p:ph type="subTitle" idx="6"/>
          </p:nvPr>
        </p:nvSpPr>
        <p:spPr>
          <a:xfrm>
            <a:off x="535197" y="20740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28" name="Google Shape;328;p27"/>
          <p:cNvSpPr>
            <a:spLocks noGrp="1"/>
          </p:cNvSpPr>
          <p:nvPr>
            <p:ph type="pic" idx="7"/>
          </p:nvPr>
        </p:nvSpPr>
        <p:spPr>
          <a:xfrm>
            <a:off x="1811447" y="2709697"/>
            <a:ext cx="653100" cy="653100"/>
          </a:xfrm>
          <a:prstGeom prst="ellipse">
            <a:avLst/>
          </a:prstGeom>
          <a:noFill/>
          <a:ln>
            <a:noFill/>
          </a:ln>
        </p:spPr>
      </p:sp>
      <p:sp>
        <p:nvSpPr>
          <p:cNvPr id="329" name="Google Shape;329;p27"/>
          <p:cNvSpPr txBox="1">
            <a:spLocks noGrp="1"/>
          </p:cNvSpPr>
          <p:nvPr>
            <p:ph type="subTitle" idx="8"/>
          </p:nvPr>
        </p:nvSpPr>
        <p:spPr>
          <a:xfrm>
            <a:off x="535197" y="27820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30" name="Google Shape;330;p27"/>
          <p:cNvSpPr txBox="1">
            <a:spLocks noGrp="1"/>
          </p:cNvSpPr>
          <p:nvPr>
            <p:ph type="subTitle" idx="9"/>
          </p:nvPr>
        </p:nvSpPr>
        <p:spPr>
          <a:xfrm>
            <a:off x="535197" y="30962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31" name="Google Shape;331;p27"/>
          <p:cNvSpPr>
            <a:spLocks noGrp="1"/>
          </p:cNvSpPr>
          <p:nvPr>
            <p:ph type="pic" idx="13"/>
          </p:nvPr>
        </p:nvSpPr>
        <p:spPr>
          <a:xfrm>
            <a:off x="1811447" y="3731897"/>
            <a:ext cx="653100" cy="653100"/>
          </a:xfrm>
          <a:prstGeom prst="ellipse">
            <a:avLst/>
          </a:prstGeom>
          <a:noFill/>
          <a:ln>
            <a:noFill/>
          </a:ln>
        </p:spPr>
      </p:sp>
      <p:sp>
        <p:nvSpPr>
          <p:cNvPr id="332" name="Google Shape;332;p27"/>
          <p:cNvSpPr txBox="1">
            <a:spLocks noGrp="1"/>
          </p:cNvSpPr>
          <p:nvPr>
            <p:ph type="subTitle" idx="14"/>
          </p:nvPr>
        </p:nvSpPr>
        <p:spPr>
          <a:xfrm>
            <a:off x="535197" y="38042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33" name="Google Shape;333;p27"/>
          <p:cNvSpPr txBox="1">
            <a:spLocks noGrp="1"/>
          </p:cNvSpPr>
          <p:nvPr>
            <p:ph type="subTitle" idx="15"/>
          </p:nvPr>
        </p:nvSpPr>
        <p:spPr>
          <a:xfrm>
            <a:off x="535197" y="41184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34" name="Google Shape;334;p27"/>
          <p:cNvSpPr>
            <a:spLocks noGrp="1"/>
          </p:cNvSpPr>
          <p:nvPr>
            <p:ph type="pic" idx="16"/>
          </p:nvPr>
        </p:nvSpPr>
        <p:spPr>
          <a:xfrm>
            <a:off x="4913135" y="1687497"/>
            <a:ext cx="653100" cy="653100"/>
          </a:xfrm>
          <a:prstGeom prst="ellipse">
            <a:avLst/>
          </a:prstGeom>
          <a:noFill/>
          <a:ln>
            <a:noFill/>
          </a:ln>
        </p:spPr>
      </p:sp>
      <p:sp>
        <p:nvSpPr>
          <p:cNvPr id="335" name="Google Shape;335;p27"/>
          <p:cNvSpPr txBox="1">
            <a:spLocks noGrp="1"/>
          </p:cNvSpPr>
          <p:nvPr>
            <p:ph type="subTitle" idx="17"/>
          </p:nvPr>
        </p:nvSpPr>
        <p:spPr>
          <a:xfrm>
            <a:off x="3636885" y="1759801"/>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36" name="Google Shape;336;p27"/>
          <p:cNvSpPr txBox="1">
            <a:spLocks noGrp="1"/>
          </p:cNvSpPr>
          <p:nvPr>
            <p:ph type="subTitle" idx="18"/>
          </p:nvPr>
        </p:nvSpPr>
        <p:spPr>
          <a:xfrm>
            <a:off x="3636885" y="2074078"/>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sp>
        <p:nvSpPr>
          <p:cNvPr id="337" name="Google Shape;337;p27"/>
          <p:cNvSpPr>
            <a:spLocks noGrp="1"/>
          </p:cNvSpPr>
          <p:nvPr>
            <p:ph type="pic" idx="19"/>
          </p:nvPr>
        </p:nvSpPr>
        <p:spPr>
          <a:xfrm>
            <a:off x="4913135" y="2709697"/>
            <a:ext cx="653100" cy="653100"/>
          </a:xfrm>
          <a:prstGeom prst="ellipse">
            <a:avLst/>
          </a:prstGeom>
          <a:noFill/>
          <a:ln>
            <a:noFill/>
          </a:ln>
        </p:spPr>
      </p:sp>
      <p:sp>
        <p:nvSpPr>
          <p:cNvPr id="338" name="Google Shape;338;p27"/>
          <p:cNvSpPr txBox="1">
            <a:spLocks noGrp="1"/>
          </p:cNvSpPr>
          <p:nvPr>
            <p:ph type="subTitle" idx="20"/>
          </p:nvPr>
        </p:nvSpPr>
        <p:spPr>
          <a:xfrm>
            <a:off x="3636885" y="2782001"/>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39" name="Google Shape;339;p27"/>
          <p:cNvSpPr txBox="1">
            <a:spLocks noGrp="1"/>
          </p:cNvSpPr>
          <p:nvPr>
            <p:ph type="subTitle" idx="21"/>
          </p:nvPr>
        </p:nvSpPr>
        <p:spPr>
          <a:xfrm>
            <a:off x="3636885" y="3096278"/>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sp>
        <p:nvSpPr>
          <p:cNvPr id="340" name="Google Shape;340;p27"/>
          <p:cNvSpPr>
            <a:spLocks noGrp="1"/>
          </p:cNvSpPr>
          <p:nvPr>
            <p:ph type="pic" idx="22"/>
          </p:nvPr>
        </p:nvSpPr>
        <p:spPr>
          <a:xfrm>
            <a:off x="4913135" y="3731897"/>
            <a:ext cx="653100" cy="653100"/>
          </a:xfrm>
          <a:prstGeom prst="ellipse">
            <a:avLst/>
          </a:prstGeom>
          <a:noFill/>
          <a:ln>
            <a:noFill/>
          </a:ln>
        </p:spPr>
      </p:sp>
      <p:sp>
        <p:nvSpPr>
          <p:cNvPr id="341" name="Google Shape;341;p27"/>
          <p:cNvSpPr txBox="1">
            <a:spLocks noGrp="1"/>
          </p:cNvSpPr>
          <p:nvPr>
            <p:ph type="subTitle" idx="23"/>
          </p:nvPr>
        </p:nvSpPr>
        <p:spPr>
          <a:xfrm>
            <a:off x="3636885" y="3804201"/>
            <a:ext cx="1514700" cy="288300"/>
          </a:xfrm>
          <a:prstGeom prst="rect">
            <a:avLst/>
          </a:prstGeom>
        </p:spPr>
        <p:txBody>
          <a:bodyPr spcFirstLastPara="1" wrap="square" lIns="0" tIns="91425" rIns="91425" bIns="0" anchor="b" anchorCtr="0">
            <a:noAutofit/>
          </a:bodyPr>
          <a:lstStyle>
            <a:lvl1pPr lvl="0">
              <a:spcBef>
                <a:spcPts val="0"/>
              </a:spcBef>
              <a:spcAft>
                <a:spcPts val="0"/>
              </a:spcAft>
              <a:buClr>
                <a:schemeClr val="dk1"/>
              </a:buClr>
              <a:buSzPts val="13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a:endParaRPr/>
          </a:p>
        </p:txBody>
      </p:sp>
      <p:sp>
        <p:nvSpPr>
          <p:cNvPr id="342" name="Google Shape;342;p27"/>
          <p:cNvSpPr txBox="1">
            <a:spLocks noGrp="1"/>
          </p:cNvSpPr>
          <p:nvPr>
            <p:ph type="subTitle" idx="24"/>
          </p:nvPr>
        </p:nvSpPr>
        <p:spPr>
          <a:xfrm>
            <a:off x="3636885" y="4118478"/>
            <a:ext cx="1230000" cy="369300"/>
          </a:xfrm>
          <a:prstGeom prst="rect">
            <a:avLst/>
          </a:prstGeom>
        </p:spPr>
        <p:txBody>
          <a:bodyPr spcFirstLastPara="1" wrap="square" lIns="0" tIns="0" rIns="91425" bIns="91425" anchor="t" anchorCtr="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a:endParaRPr/>
          </a:p>
        </p:txBody>
      </p:sp>
      <p:sp>
        <p:nvSpPr>
          <p:cNvPr id="343" name="Google Shape;343;p27"/>
          <p:cNvSpPr>
            <a:spLocks noGrp="1"/>
          </p:cNvSpPr>
          <p:nvPr>
            <p:ph type="pic" idx="25"/>
          </p:nvPr>
        </p:nvSpPr>
        <p:spPr>
          <a:xfrm>
            <a:off x="7877122" y="1687497"/>
            <a:ext cx="653100" cy="653100"/>
          </a:xfrm>
          <a:prstGeom prst="ellipse">
            <a:avLst/>
          </a:prstGeom>
          <a:noFill/>
          <a:ln>
            <a:noFill/>
          </a:ln>
        </p:spPr>
      </p:sp>
      <p:sp>
        <p:nvSpPr>
          <p:cNvPr id="344" name="Google Shape;344;p27"/>
          <p:cNvSpPr txBox="1">
            <a:spLocks noGrp="1"/>
          </p:cNvSpPr>
          <p:nvPr>
            <p:ph type="subTitle" idx="26"/>
          </p:nvPr>
        </p:nvSpPr>
        <p:spPr>
          <a:xfrm>
            <a:off x="6600872" y="17598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45" name="Google Shape;345;p27"/>
          <p:cNvSpPr txBox="1">
            <a:spLocks noGrp="1"/>
          </p:cNvSpPr>
          <p:nvPr>
            <p:ph type="subTitle" idx="27"/>
          </p:nvPr>
        </p:nvSpPr>
        <p:spPr>
          <a:xfrm>
            <a:off x="6600872" y="20740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46" name="Google Shape;346;p27"/>
          <p:cNvSpPr>
            <a:spLocks noGrp="1"/>
          </p:cNvSpPr>
          <p:nvPr>
            <p:ph type="pic" idx="28"/>
          </p:nvPr>
        </p:nvSpPr>
        <p:spPr>
          <a:xfrm>
            <a:off x="7877122" y="2709697"/>
            <a:ext cx="653100" cy="653100"/>
          </a:xfrm>
          <a:prstGeom prst="ellipse">
            <a:avLst/>
          </a:prstGeom>
          <a:noFill/>
          <a:ln>
            <a:noFill/>
          </a:ln>
        </p:spPr>
      </p:sp>
      <p:sp>
        <p:nvSpPr>
          <p:cNvPr id="347" name="Google Shape;347;p27"/>
          <p:cNvSpPr txBox="1">
            <a:spLocks noGrp="1"/>
          </p:cNvSpPr>
          <p:nvPr>
            <p:ph type="subTitle" idx="29"/>
          </p:nvPr>
        </p:nvSpPr>
        <p:spPr>
          <a:xfrm>
            <a:off x="6600872" y="27820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48" name="Google Shape;348;p27"/>
          <p:cNvSpPr txBox="1">
            <a:spLocks noGrp="1"/>
          </p:cNvSpPr>
          <p:nvPr>
            <p:ph type="subTitle" idx="30"/>
          </p:nvPr>
        </p:nvSpPr>
        <p:spPr>
          <a:xfrm>
            <a:off x="6600872" y="30962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49" name="Google Shape;349;p27"/>
          <p:cNvSpPr>
            <a:spLocks noGrp="1"/>
          </p:cNvSpPr>
          <p:nvPr>
            <p:ph type="pic" idx="31"/>
          </p:nvPr>
        </p:nvSpPr>
        <p:spPr>
          <a:xfrm>
            <a:off x="7877122" y="3731897"/>
            <a:ext cx="653100" cy="653100"/>
          </a:xfrm>
          <a:prstGeom prst="ellipse">
            <a:avLst/>
          </a:prstGeom>
          <a:noFill/>
          <a:ln>
            <a:noFill/>
          </a:ln>
        </p:spPr>
      </p:sp>
      <p:sp>
        <p:nvSpPr>
          <p:cNvPr id="350" name="Google Shape;350;p27"/>
          <p:cNvSpPr txBox="1">
            <a:spLocks noGrp="1"/>
          </p:cNvSpPr>
          <p:nvPr>
            <p:ph type="subTitle" idx="32"/>
          </p:nvPr>
        </p:nvSpPr>
        <p:spPr>
          <a:xfrm>
            <a:off x="6600872" y="3804201"/>
            <a:ext cx="1514700" cy="288300"/>
          </a:xfrm>
          <a:prstGeom prst="rect">
            <a:avLst/>
          </a:prstGeom>
        </p:spPr>
        <p:txBody>
          <a:bodyPr spcFirstLastPara="1" wrap="square" lIns="0" tIns="91425" rIns="91425" bIns="0" anchor="b" anchorCtr="0">
            <a:no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a:endParaRPr/>
          </a:p>
        </p:txBody>
      </p:sp>
      <p:sp>
        <p:nvSpPr>
          <p:cNvPr id="351" name="Google Shape;351;p27"/>
          <p:cNvSpPr txBox="1">
            <a:spLocks noGrp="1"/>
          </p:cNvSpPr>
          <p:nvPr>
            <p:ph type="subTitle" idx="33"/>
          </p:nvPr>
        </p:nvSpPr>
        <p:spPr>
          <a:xfrm>
            <a:off x="6600872" y="4118478"/>
            <a:ext cx="1230000" cy="369300"/>
          </a:xfrm>
          <a:prstGeom prst="rect">
            <a:avLst/>
          </a:prstGeom>
        </p:spPr>
        <p:txBody>
          <a:bodyPr spcFirstLastPara="1" wrap="square" lIns="0" tIns="0" rIns="91425" bIns="91425" anchor="t" anchorCtr="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a:endParaRPr/>
          </a:p>
        </p:txBody>
      </p:sp>
      <p:sp>
        <p:nvSpPr>
          <p:cNvPr id="352" name="Google Shape;352;p27"/>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353" name="Google Shape;353;p27"/>
          <p:cNvSpPr txBox="1">
            <a:spLocks noGrp="1"/>
          </p:cNvSpPr>
          <p:nvPr>
            <p:ph type="subTitle" idx="34"/>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54" name="Google Shape;354;p27"/>
          <p:cNvSpPr txBox="1">
            <a:spLocks noGrp="1"/>
          </p:cNvSpPr>
          <p:nvPr>
            <p:ph type="subTitle" idx="35"/>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55" name="Google Shape;355;p27"/>
          <p:cNvSpPr txBox="1">
            <a:spLocks noGrp="1"/>
          </p:cNvSpPr>
          <p:nvPr>
            <p:ph type="subTitle" idx="36"/>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356" name="Google Shape;356;p27"/>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357" name="Google Shape;357;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ubtitle">
  <p:cSld name="BLANK_1_1_1_1_1_2">
    <p:spTree>
      <p:nvGrpSpPr>
        <p:cNvPr id="1" name="Shape 358"/>
        <p:cNvGrpSpPr/>
        <p:nvPr/>
      </p:nvGrpSpPr>
      <p:grpSpPr>
        <a:xfrm>
          <a:off x="0" y="0"/>
          <a:ext cx="0" cy="0"/>
          <a:chOff x="0" y="0"/>
          <a:chExt cx="0" cy="0"/>
        </a:xfrm>
      </p:grpSpPr>
      <p:sp>
        <p:nvSpPr>
          <p:cNvPr id="359" name="Google Shape;359;p28"/>
          <p:cNvSpPr txBox="1">
            <a:spLocks noGrp="1"/>
          </p:cNvSpPr>
          <p:nvPr>
            <p:ph type="subTitle" idx="1"/>
          </p:nvPr>
        </p:nvSpPr>
        <p:spPr>
          <a:xfrm>
            <a:off x="286975" y="1143000"/>
            <a:ext cx="4429800" cy="513600"/>
          </a:xfrm>
          <a:prstGeom prst="rect">
            <a:avLst/>
          </a:prstGeom>
        </p:spPr>
        <p:txBody>
          <a:bodyPr spcFirstLastPara="1" wrap="square" lIns="0" tIns="0" rIns="0" bIns="0" anchor="t" anchorCtr="0">
            <a:normAutofit/>
          </a:bodyPr>
          <a:lstStyle>
            <a:lvl1pPr lvl="0">
              <a:spcBef>
                <a:spcPts val="0"/>
              </a:spcBef>
              <a:spcAft>
                <a:spcPts val="0"/>
              </a:spcAft>
              <a:buNone/>
              <a:defRPr sz="1100"/>
            </a:lvl1pPr>
            <a:lvl2pPr lvl="1">
              <a:spcBef>
                <a:spcPts val="120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360" name="Google Shape;360;p28"/>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361" name="Google Shape;361;p28"/>
          <p:cNvSpPr txBox="1">
            <a:spLocks noGrp="1"/>
          </p:cNvSpPr>
          <p:nvPr>
            <p:ph type="subTitle" idx="2"/>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62" name="Google Shape;362;p28"/>
          <p:cNvSpPr txBox="1">
            <a:spLocks noGrp="1"/>
          </p:cNvSpPr>
          <p:nvPr>
            <p:ph type="subTitle" idx="3"/>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63" name="Google Shape;363;p28"/>
          <p:cNvSpPr txBox="1">
            <a:spLocks noGrp="1"/>
          </p:cNvSpPr>
          <p:nvPr>
            <p:ph type="subTitle" idx="4"/>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364" name="Google Shape;364;p28"/>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365" name="Google Shape;365;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roadmap">
  <p:cSld name="BLANK_1_1_1_1_1_2_1">
    <p:spTree>
      <p:nvGrpSpPr>
        <p:cNvPr id="1" name="Shape 366"/>
        <p:cNvGrpSpPr/>
        <p:nvPr/>
      </p:nvGrpSpPr>
      <p:grpSpPr>
        <a:xfrm>
          <a:off x="0" y="0"/>
          <a:ext cx="0" cy="0"/>
          <a:chOff x="0" y="0"/>
          <a:chExt cx="0" cy="0"/>
        </a:xfrm>
      </p:grpSpPr>
      <p:sp>
        <p:nvSpPr>
          <p:cNvPr id="367" name="Google Shape;367;p29"/>
          <p:cNvSpPr txBox="1">
            <a:spLocks noGrp="1"/>
          </p:cNvSpPr>
          <p:nvPr>
            <p:ph type="subTitle" idx="1"/>
          </p:nvPr>
        </p:nvSpPr>
        <p:spPr>
          <a:xfrm>
            <a:off x="271250" y="2269625"/>
            <a:ext cx="1508700" cy="302100"/>
          </a:xfrm>
          <a:prstGeom prst="rect">
            <a:avLst/>
          </a:prstGeom>
        </p:spPr>
        <p:txBody>
          <a:bodyPr spcFirstLastPara="1" wrap="square" lIns="0" tIns="0" rIns="0" bIns="0" anchor="t" anchorCtr="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a:endParaRPr/>
          </a:p>
        </p:txBody>
      </p:sp>
      <p:sp>
        <p:nvSpPr>
          <p:cNvPr id="368" name="Google Shape;368;p29"/>
          <p:cNvSpPr txBox="1">
            <a:spLocks noGrp="1"/>
          </p:cNvSpPr>
          <p:nvPr>
            <p:ph type="subTitle" idx="2"/>
          </p:nvPr>
        </p:nvSpPr>
        <p:spPr>
          <a:xfrm>
            <a:off x="2030598" y="2269625"/>
            <a:ext cx="1508700" cy="302100"/>
          </a:xfrm>
          <a:prstGeom prst="rect">
            <a:avLst/>
          </a:prstGeom>
        </p:spPr>
        <p:txBody>
          <a:bodyPr spcFirstLastPara="1" wrap="square" lIns="0" tIns="0" rIns="0" bIns="0" anchor="t" anchorCtr="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a:endParaRPr/>
          </a:p>
        </p:txBody>
      </p:sp>
      <p:sp>
        <p:nvSpPr>
          <p:cNvPr id="369" name="Google Shape;369;p29"/>
          <p:cNvSpPr txBox="1">
            <a:spLocks noGrp="1"/>
          </p:cNvSpPr>
          <p:nvPr>
            <p:ph type="subTitle" idx="3"/>
          </p:nvPr>
        </p:nvSpPr>
        <p:spPr>
          <a:xfrm>
            <a:off x="3795488" y="2269625"/>
            <a:ext cx="1508700" cy="302100"/>
          </a:xfrm>
          <a:prstGeom prst="rect">
            <a:avLst/>
          </a:prstGeom>
        </p:spPr>
        <p:txBody>
          <a:bodyPr spcFirstLastPara="1" wrap="square" lIns="0" tIns="0" rIns="0" bIns="0" anchor="t" anchorCtr="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a:endParaRPr/>
          </a:p>
        </p:txBody>
      </p:sp>
      <p:sp>
        <p:nvSpPr>
          <p:cNvPr id="370" name="Google Shape;370;p29"/>
          <p:cNvSpPr txBox="1">
            <a:spLocks noGrp="1"/>
          </p:cNvSpPr>
          <p:nvPr>
            <p:ph type="subTitle" idx="4"/>
          </p:nvPr>
        </p:nvSpPr>
        <p:spPr>
          <a:xfrm>
            <a:off x="5556416" y="2269625"/>
            <a:ext cx="1508700" cy="302100"/>
          </a:xfrm>
          <a:prstGeom prst="rect">
            <a:avLst/>
          </a:prstGeom>
        </p:spPr>
        <p:txBody>
          <a:bodyPr spcFirstLastPara="1" wrap="square" lIns="0" tIns="0" rIns="0" bIns="0" anchor="t" anchorCtr="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a:endParaRPr/>
          </a:p>
        </p:txBody>
      </p:sp>
      <p:sp>
        <p:nvSpPr>
          <p:cNvPr id="371" name="Google Shape;371;p29"/>
          <p:cNvSpPr txBox="1">
            <a:spLocks noGrp="1"/>
          </p:cNvSpPr>
          <p:nvPr>
            <p:ph type="subTitle" idx="5"/>
          </p:nvPr>
        </p:nvSpPr>
        <p:spPr>
          <a:xfrm>
            <a:off x="7318138" y="2269625"/>
            <a:ext cx="1508700" cy="302100"/>
          </a:xfrm>
          <a:prstGeom prst="rect">
            <a:avLst/>
          </a:prstGeom>
        </p:spPr>
        <p:txBody>
          <a:bodyPr spcFirstLastPara="1" wrap="square" lIns="0" tIns="0" rIns="0" bIns="0" anchor="t" anchorCtr="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a:endParaRPr/>
          </a:p>
        </p:txBody>
      </p:sp>
      <p:sp>
        <p:nvSpPr>
          <p:cNvPr id="372" name="Google Shape;372;p29"/>
          <p:cNvSpPr txBox="1">
            <a:spLocks noGrp="1"/>
          </p:cNvSpPr>
          <p:nvPr>
            <p:ph type="body" idx="6"/>
          </p:nvPr>
        </p:nvSpPr>
        <p:spPr>
          <a:xfrm>
            <a:off x="271250" y="3263085"/>
            <a:ext cx="1508700" cy="827100"/>
          </a:xfrm>
          <a:prstGeom prst="rect">
            <a:avLst/>
          </a:prstGeom>
        </p:spPr>
        <p:txBody>
          <a:bodyPr spcFirstLastPara="1" wrap="square" lIns="0" tIns="0" rIns="0" bIns="0" anchor="t" anchorCtr="0">
            <a:normAutofit/>
          </a:bodyPr>
          <a:lstStyle>
            <a:lvl1pPr marL="457200" lvl="0" indent="-285750">
              <a:lnSpc>
                <a:spcPct val="100000"/>
              </a:lnSpc>
              <a:spcBef>
                <a:spcPts val="0"/>
              </a:spcBef>
              <a:spcAft>
                <a:spcPts val="0"/>
              </a:spcAft>
              <a:buSzPts val="900"/>
              <a:buChar char="●"/>
              <a:defRPr sz="900"/>
            </a:lvl1pPr>
            <a:lvl2pPr marL="914400" lvl="1" indent="-285750">
              <a:lnSpc>
                <a:spcPct val="100000"/>
              </a:lnSpc>
              <a:spcBef>
                <a:spcPts val="0"/>
              </a:spcBef>
              <a:spcAft>
                <a:spcPts val="0"/>
              </a:spcAft>
              <a:buSzPts val="900"/>
              <a:buChar char="○"/>
              <a:defRPr sz="900"/>
            </a:lvl2pPr>
            <a:lvl3pPr marL="1371600" lvl="2" indent="-285750">
              <a:lnSpc>
                <a:spcPct val="100000"/>
              </a:lnSpc>
              <a:spcBef>
                <a:spcPts val="0"/>
              </a:spcBef>
              <a:spcAft>
                <a:spcPts val="0"/>
              </a:spcAft>
              <a:buSzPts val="900"/>
              <a:buChar char="■"/>
              <a:defRPr sz="900"/>
            </a:lvl3pPr>
            <a:lvl4pPr marL="1828800" lvl="3" indent="-285750">
              <a:lnSpc>
                <a:spcPct val="100000"/>
              </a:lnSpc>
              <a:spcBef>
                <a:spcPts val="0"/>
              </a:spcBef>
              <a:spcAft>
                <a:spcPts val="0"/>
              </a:spcAft>
              <a:buSzPts val="900"/>
              <a:buChar char="●"/>
              <a:defRPr sz="900"/>
            </a:lvl4pPr>
            <a:lvl5pPr marL="2286000" lvl="4" indent="-285750">
              <a:lnSpc>
                <a:spcPct val="100000"/>
              </a:lnSpc>
              <a:spcBef>
                <a:spcPts val="0"/>
              </a:spcBef>
              <a:spcAft>
                <a:spcPts val="0"/>
              </a:spcAft>
              <a:buSzPts val="900"/>
              <a:buChar char="○"/>
              <a:defRPr sz="900"/>
            </a:lvl5pPr>
            <a:lvl6pPr marL="2743200" lvl="5" indent="-285750">
              <a:lnSpc>
                <a:spcPct val="100000"/>
              </a:lnSpc>
              <a:spcBef>
                <a:spcPts val="0"/>
              </a:spcBef>
              <a:spcAft>
                <a:spcPts val="0"/>
              </a:spcAft>
              <a:buSzPts val="900"/>
              <a:buChar char="■"/>
              <a:defRPr sz="900"/>
            </a:lvl6pPr>
            <a:lvl7pPr marL="3200400" lvl="6" indent="-285750">
              <a:lnSpc>
                <a:spcPct val="100000"/>
              </a:lnSpc>
              <a:spcBef>
                <a:spcPts val="0"/>
              </a:spcBef>
              <a:spcAft>
                <a:spcPts val="0"/>
              </a:spcAft>
              <a:buSzPts val="900"/>
              <a:buChar char="●"/>
              <a:defRPr sz="900"/>
            </a:lvl7pPr>
            <a:lvl8pPr marL="3657600" lvl="7" indent="-285750">
              <a:lnSpc>
                <a:spcPct val="100000"/>
              </a:lnSpc>
              <a:spcBef>
                <a:spcPts val="0"/>
              </a:spcBef>
              <a:spcAft>
                <a:spcPts val="0"/>
              </a:spcAft>
              <a:buSzPts val="900"/>
              <a:buChar char="○"/>
              <a:defRPr sz="900"/>
            </a:lvl8pPr>
            <a:lvl9pPr marL="4114800" lvl="8" indent="-285750">
              <a:lnSpc>
                <a:spcPct val="100000"/>
              </a:lnSpc>
              <a:spcBef>
                <a:spcPts val="0"/>
              </a:spcBef>
              <a:spcAft>
                <a:spcPts val="0"/>
              </a:spcAft>
              <a:buSzPts val="900"/>
              <a:buChar char="■"/>
              <a:defRPr sz="900"/>
            </a:lvl9pPr>
          </a:lstStyle>
          <a:p>
            <a:endParaRPr/>
          </a:p>
        </p:txBody>
      </p:sp>
      <p:sp>
        <p:nvSpPr>
          <p:cNvPr id="373" name="Google Shape;373;p29"/>
          <p:cNvSpPr txBox="1">
            <a:spLocks noGrp="1"/>
          </p:cNvSpPr>
          <p:nvPr>
            <p:ph type="body" idx="7"/>
          </p:nvPr>
        </p:nvSpPr>
        <p:spPr>
          <a:xfrm>
            <a:off x="2028213" y="3263085"/>
            <a:ext cx="1508700" cy="827100"/>
          </a:xfrm>
          <a:prstGeom prst="rect">
            <a:avLst/>
          </a:prstGeom>
        </p:spPr>
        <p:txBody>
          <a:bodyPr spcFirstLastPara="1" wrap="square" lIns="91425" tIns="91425" rIns="91425" bIns="91425" anchor="t" anchorCtr="0">
            <a:normAutofit/>
          </a:bodyPr>
          <a:lstStyle>
            <a:lvl1pPr marL="457200" lvl="0" indent="-285750">
              <a:lnSpc>
                <a:spcPct val="100000"/>
              </a:lnSpc>
              <a:spcBef>
                <a:spcPts val="0"/>
              </a:spcBef>
              <a:spcAft>
                <a:spcPts val="0"/>
              </a:spcAft>
              <a:buSzPts val="900"/>
              <a:buChar char="●"/>
              <a:defRPr sz="900"/>
            </a:lvl1pPr>
            <a:lvl2pPr marL="914400" lvl="1" indent="-285750">
              <a:lnSpc>
                <a:spcPct val="100000"/>
              </a:lnSpc>
              <a:spcBef>
                <a:spcPts val="0"/>
              </a:spcBef>
              <a:spcAft>
                <a:spcPts val="0"/>
              </a:spcAft>
              <a:buSzPts val="900"/>
              <a:buChar char="○"/>
              <a:defRPr sz="900"/>
            </a:lvl2pPr>
            <a:lvl3pPr marL="1371600" lvl="2" indent="-285750">
              <a:lnSpc>
                <a:spcPct val="100000"/>
              </a:lnSpc>
              <a:spcBef>
                <a:spcPts val="0"/>
              </a:spcBef>
              <a:spcAft>
                <a:spcPts val="0"/>
              </a:spcAft>
              <a:buSzPts val="900"/>
              <a:buChar char="■"/>
              <a:defRPr sz="900"/>
            </a:lvl3pPr>
            <a:lvl4pPr marL="1828800" lvl="3" indent="-285750">
              <a:lnSpc>
                <a:spcPct val="100000"/>
              </a:lnSpc>
              <a:spcBef>
                <a:spcPts val="0"/>
              </a:spcBef>
              <a:spcAft>
                <a:spcPts val="0"/>
              </a:spcAft>
              <a:buSzPts val="900"/>
              <a:buChar char="●"/>
              <a:defRPr sz="900"/>
            </a:lvl4pPr>
            <a:lvl5pPr marL="2286000" lvl="4" indent="-285750">
              <a:lnSpc>
                <a:spcPct val="100000"/>
              </a:lnSpc>
              <a:spcBef>
                <a:spcPts val="0"/>
              </a:spcBef>
              <a:spcAft>
                <a:spcPts val="0"/>
              </a:spcAft>
              <a:buSzPts val="900"/>
              <a:buChar char="○"/>
              <a:defRPr sz="900"/>
            </a:lvl5pPr>
            <a:lvl6pPr marL="2743200" lvl="5" indent="-285750">
              <a:lnSpc>
                <a:spcPct val="100000"/>
              </a:lnSpc>
              <a:spcBef>
                <a:spcPts val="0"/>
              </a:spcBef>
              <a:spcAft>
                <a:spcPts val="0"/>
              </a:spcAft>
              <a:buSzPts val="900"/>
              <a:buChar char="■"/>
              <a:defRPr sz="900"/>
            </a:lvl6pPr>
            <a:lvl7pPr marL="3200400" lvl="6" indent="-285750">
              <a:lnSpc>
                <a:spcPct val="100000"/>
              </a:lnSpc>
              <a:spcBef>
                <a:spcPts val="0"/>
              </a:spcBef>
              <a:spcAft>
                <a:spcPts val="0"/>
              </a:spcAft>
              <a:buSzPts val="900"/>
              <a:buChar char="●"/>
              <a:defRPr sz="900"/>
            </a:lvl7pPr>
            <a:lvl8pPr marL="3657600" lvl="7" indent="-285750">
              <a:lnSpc>
                <a:spcPct val="100000"/>
              </a:lnSpc>
              <a:spcBef>
                <a:spcPts val="0"/>
              </a:spcBef>
              <a:spcAft>
                <a:spcPts val="0"/>
              </a:spcAft>
              <a:buSzPts val="900"/>
              <a:buChar char="○"/>
              <a:defRPr sz="900"/>
            </a:lvl8pPr>
            <a:lvl9pPr marL="4114800" lvl="8" indent="-285750">
              <a:lnSpc>
                <a:spcPct val="100000"/>
              </a:lnSpc>
              <a:spcBef>
                <a:spcPts val="0"/>
              </a:spcBef>
              <a:spcAft>
                <a:spcPts val="0"/>
              </a:spcAft>
              <a:buSzPts val="900"/>
              <a:buChar char="■"/>
              <a:defRPr sz="900"/>
            </a:lvl9pPr>
          </a:lstStyle>
          <a:p>
            <a:endParaRPr/>
          </a:p>
        </p:txBody>
      </p:sp>
      <p:sp>
        <p:nvSpPr>
          <p:cNvPr id="374" name="Google Shape;374;p29"/>
          <p:cNvSpPr txBox="1">
            <a:spLocks noGrp="1"/>
          </p:cNvSpPr>
          <p:nvPr>
            <p:ph type="body" idx="8"/>
          </p:nvPr>
        </p:nvSpPr>
        <p:spPr>
          <a:xfrm>
            <a:off x="3785175" y="3263085"/>
            <a:ext cx="1508700" cy="827100"/>
          </a:xfrm>
          <a:prstGeom prst="rect">
            <a:avLst/>
          </a:prstGeom>
        </p:spPr>
        <p:txBody>
          <a:bodyPr spcFirstLastPara="1" wrap="square" lIns="91425" tIns="91425" rIns="91425" bIns="91425" anchor="t" anchorCtr="0">
            <a:normAutofit/>
          </a:bodyPr>
          <a:lstStyle>
            <a:lvl1pPr marL="457200" lvl="0" indent="-285750">
              <a:lnSpc>
                <a:spcPct val="100000"/>
              </a:lnSpc>
              <a:spcBef>
                <a:spcPts val="0"/>
              </a:spcBef>
              <a:spcAft>
                <a:spcPts val="0"/>
              </a:spcAft>
              <a:buSzPts val="900"/>
              <a:buChar char="●"/>
              <a:defRPr sz="900"/>
            </a:lvl1pPr>
            <a:lvl2pPr marL="914400" lvl="1" indent="-285750">
              <a:lnSpc>
                <a:spcPct val="100000"/>
              </a:lnSpc>
              <a:spcBef>
                <a:spcPts val="0"/>
              </a:spcBef>
              <a:spcAft>
                <a:spcPts val="0"/>
              </a:spcAft>
              <a:buSzPts val="900"/>
              <a:buChar char="○"/>
              <a:defRPr sz="900"/>
            </a:lvl2pPr>
            <a:lvl3pPr marL="1371600" lvl="2" indent="-285750">
              <a:lnSpc>
                <a:spcPct val="100000"/>
              </a:lnSpc>
              <a:spcBef>
                <a:spcPts val="0"/>
              </a:spcBef>
              <a:spcAft>
                <a:spcPts val="0"/>
              </a:spcAft>
              <a:buSzPts val="900"/>
              <a:buChar char="■"/>
              <a:defRPr sz="900"/>
            </a:lvl3pPr>
            <a:lvl4pPr marL="1828800" lvl="3" indent="-285750">
              <a:lnSpc>
                <a:spcPct val="100000"/>
              </a:lnSpc>
              <a:spcBef>
                <a:spcPts val="0"/>
              </a:spcBef>
              <a:spcAft>
                <a:spcPts val="0"/>
              </a:spcAft>
              <a:buSzPts val="900"/>
              <a:buChar char="●"/>
              <a:defRPr sz="900"/>
            </a:lvl4pPr>
            <a:lvl5pPr marL="2286000" lvl="4" indent="-285750">
              <a:lnSpc>
                <a:spcPct val="100000"/>
              </a:lnSpc>
              <a:spcBef>
                <a:spcPts val="0"/>
              </a:spcBef>
              <a:spcAft>
                <a:spcPts val="0"/>
              </a:spcAft>
              <a:buSzPts val="900"/>
              <a:buChar char="○"/>
              <a:defRPr sz="900"/>
            </a:lvl5pPr>
            <a:lvl6pPr marL="2743200" lvl="5" indent="-285750">
              <a:lnSpc>
                <a:spcPct val="100000"/>
              </a:lnSpc>
              <a:spcBef>
                <a:spcPts val="0"/>
              </a:spcBef>
              <a:spcAft>
                <a:spcPts val="0"/>
              </a:spcAft>
              <a:buSzPts val="900"/>
              <a:buChar char="■"/>
              <a:defRPr sz="900"/>
            </a:lvl6pPr>
            <a:lvl7pPr marL="3200400" lvl="6" indent="-285750">
              <a:lnSpc>
                <a:spcPct val="100000"/>
              </a:lnSpc>
              <a:spcBef>
                <a:spcPts val="0"/>
              </a:spcBef>
              <a:spcAft>
                <a:spcPts val="0"/>
              </a:spcAft>
              <a:buSzPts val="900"/>
              <a:buChar char="●"/>
              <a:defRPr sz="900"/>
            </a:lvl7pPr>
            <a:lvl8pPr marL="3657600" lvl="7" indent="-285750">
              <a:lnSpc>
                <a:spcPct val="100000"/>
              </a:lnSpc>
              <a:spcBef>
                <a:spcPts val="0"/>
              </a:spcBef>
              <a:spcAft>
                <a:spcPts val="0"/>
              </a:spcAft>
              <a:buSzPts val="900"/>
              <a:buChar char="○"/>
              <a:defRPr sz="900"/>
            </a:lvl8pPr>
            <a:lvl9pPr marL="4114800" lvl="8" indent="-285750">
              <a:lnSpc>
                <a:spcPct val="100000"/>
              </a:lnSpc>
              <a:spcBef>
                <a:spcPts val="0"/>
              </a:spcBef>
              <a:spcAft>
                <a:spcPts val="0"/>
              </a:spcAft>
              <a:buSzPts val="900"/>
              <a:buChar char="■"/>
              <a:defRPr sz="900"/>
            </a:lvl9pPr>
          </a:lstStyle>
          <a:p>
            <a:endParaRPr/>
          </a:p>
        </p:txBody>
      </p:sp>
      <p:sp>
        <p:nvSpPr>
          <p:cNvPr id="375" name="Google Shape;375;p29"/>
          <p:cNvSpPr txBox="1">
            <a:spLocks noGrp="1"/>
          </p:cNvSpPr>
          <p:nvPr>
            <p:ph type="body" idx="9"/>
          </p:nvPr>
        </p:nvSpPr>
        <p:spPr>
          <a:xfrm>
            <a:off x="5542138" y="3263085"/>
            <a:ext cx="1508700" cy="827100"/>
          </a:xfrm>
          <a:prstGeom prst="rect">
            <a:avLst/>
          </a:prstGeom>
        </p:spPr>
        <p:txBody>
          <a:bodyPr spcFirstLastPara="1" wrap="square" lIns="91425" tIns="91425" rIns="91425" bIns="91425" anchor="t" anchorCtr="0">
            <a:normAutofit/>
          </a:bodyPr>
          <a:lstStyle>
            <a:lvl1pPr marL="457200" lvl="0" indent="-285750">
              <a:lnSpc>
                <a:spcPct val="100000"/>
              </a:lnSpc>
              <a:spcBef>
                <a:spcPts val="0"/>
              </a:spcBef>
              <a:spcAft>
                <a:spcPts val="0"/>
              </a:spcAft>
              <a:buSzPts val="900"/>
              <a:buChar char="●"/>
              <a:defRPr sz="900"/>
            </a:lvl1pPr>
            <a:lvl2pPr marL="914400" lvl="1" indent="-285750">
              <a:lnSpc>
                <a:spcPct val="100000"/>
              </a:lnSpc>
              <a:spcBef>
                <a:spcPts val="0"/>
              </a:spcBef>
              <a:spcAft>
                <a:spcPts val="0"/>
              </a:spcAft>
              <a:buSzPts val="900"/>
              <a:buChar char="○"/>
              <a:defRPr sz="900"/>
            </a:lvl2pPr>
            <a:lvl3pPr marL="1371600" lvl="2" indent="-285750">
              <a:lnSpc>
                <a:spcPct val="100000"/>
              </a:lnSpc>
              <a:spcBef>
                <a:spcPts val="0"/>
              </a:spcBef>
              <a:spcAft>
                <a:spcPts val="0"/>
              </a:spcAft>
              <a:buSzPts val="900"/>
              <a:buChar char="■"/>
              <a:defRPr sz="900"/>
            </a:lvl3pPr>
            <a:lvl4pPr marL="1828800" lvl="3" indent="-285750">
              <a:lnSpc>
                <a:spcPct val="100000"/>
              </a:lnSpc>
              <a:spcBef>
                <a:spcPts val="0"/>
              </a:spcBef>
              <a:spcAft>
                <a:spcPts val="0"/>
              </a:spcAft>
              <a:buSzPts val="900"/>
              <a:buChar char="●"/>
              <a:defRPr sz="900"/>
            </a:lvl4pPr>
            <a:lvl5pPr marL="2286000" lvl="4" indent="-285750">
              <a:lnSpc>
                <a:spcPct val="100000"/>
              </a:lnSpc>
              <a:spcBef>
                <a:spcPts val="0"/>
              </a:spcBef>
              <a:spcAft>
                <a:spcPts val="0"/>
              </a:spcAft>
              <a:buSzPts val="900"/>
              <a:buChar char="○"/>
              <a:defRPr sz="900"/>
            </a:lvl5pPr>
            <a:lvl6pPr marL="2743200" lvl="5" indent="-285750">
              <a:lnSpc>
                <a:spcPct val="100000"/>
              </a:lnSpc>
              <a:spcBef>
                <a:spcPts val="0"/>
              </a:spcBef>
              <a:spcAft>
                <a:spcPts val="0"/>
              </a:spcAft>
              <a:buSzPts val="900"/>
              <a:buChar char="■"/>
              <a:defRPr sz="900"/>
            </a:lvl6pPr>
            <a:lvl7pPr marL="3200400" lvl="6" indent="-285750">
              <a:lnSpc>
                <a:spcPct val="100000"/>
              </a:lnSpc>
              <a:spcBef>
                <a:spcPts val="0"/>
              </a:spcBef>
              <a:spcAft>
                <a:spcPts val="0"/>
              </a:spcAft>
              <a:buSzPts val="900"/>
              <a:buChar char="●"/>
              <a:defRPr sz="900"/>
            </a:lvl7pPr>
            <a:lvl8pPr marL="3657600" lvl="7" indent="-285750">
              <a:lnSpc>
                <a:spcPct val="100000"/>
              </a:lnSpc>
              <a:spcBef>
                <a:spcPts val="0"/>
              </a:spcBef>
              <a:spcAft>
                <a:spcPts val="0"/>
              </a:spcAft>
              <a:buSzPts val="900"/>
              <a:buChar char="○"/>
              <a:defRPr sz="900"/>
            </a:lvl8pPr>
            <a:lvl9pPr marL="4114800" lvl="8" indent="-285750">
              <a:lnSpc>
                <a:spcPct val="100000"/>
              </a:lnSpc>
              <a:spcBef>
                <a:spcPts val="0"/>
              </a:spcBef>
              <a:spcAft>
                <a:spcPts val="0"/>
              </a:spcAft>
              <a:buSzPts val="900"/>
              <a:buChar char="■"/>
              <a:defRPr sz="900"/>
            </a:lvl9pPr>
          </a:lstStyle>
          <a:p>
            <a:endParaRPr/>
          </a:p>
        </p:txBody>
      </p:sp>
      <p:sp>
        <p:nvSpPr>
          <p:cNvPr id="376" name="Google Shape;376;p29"/>
          <p:cNvSpPr txBox="1">
            <a:spLocks noGrp="1"/>
          </p:cNvSpPr>
          <p:nvPr>
            <p:ph type="body" idx="13"/>
          </p:nvPr>
        </p:nvSpPr>
        <p:spPr>
          <a:xfrm>
            <a:off x="7299100" y="3263085"/>
            <a:ext cx="1508700" cy="827100"/>
          </a:xfrm>
          <a:prstGeom prst="rect">
            <a:avLst/>
          </a:prstGeom>
        </p:spPr>
        <p:txBody>
          <a:bodyPr spcFirstLastPara="1" wrap="square" lIns="91425" tIns="91425" rIns="91425" bIns="91425" anchor="t" anchorCtr="0">
            <a:normAutofit/>
          </a:bodyPr>
          <a:lstStyle>
            <a:lvl1pPr marL="457200" lvl="0" indent="-285750">
              <a:lnSpc>
                <a:spcPct val="100000"/>
              </a:lnSpc>
              <a:spcBef>
                <a:spcPts val="0"/>
              </a:spcBef>
              <a:spcAft>
                <a:spcPts val="0"/>
              </a:spcAft>
              <a:buSzPts val="900"/>
              <a:buChar char="●"/>
              <a:defRPr sz="900"/>
            </a:lvl1pPr>
            <a:lvl2pPr marL="914400" lvl="1" indent="-285750">
              <a:lnSpc>
                <a:spcPct val="100000"/>
              </a:lnSpc>
              <a:spcBef>
                <a:spcPts val="0"/>
              </a:spcBef>
              <a:spcAft>
                <a:spcPts val="0"/>
              </a:spcAft>
              <a:buSzPts val="900"/>
              <a:buChar char="○"/>
              <a:defRPr sz="900"/>
            </a:lvl2pPr>
            <a:lvl3pPr marL="1371600" lvl="2" indent="-285750">
              <a:lnSpc>
                <a:spcPct val="100000"/>
              </a:lnSpc>
              <a:spcBef>
                <a:spcPts val="0"/>
              </a:spcBef>
              <a:spcAft>
                <a:spcPts val="0"/>
              </a:spcAft>
              <a:buSzPts val="900"/>
              <a:buChar char="■"/>
              <a:defRPr sz="900"/>
            </a:lvl3pPr>
            <a:lvl4pPr marL="1828800" lvl="3" indent="-285750">
              <a:lnSpc>
                <a:spcPct val="100000"/>
              </a:lnSpc>
              <a:spcBef>
                <a:spcPts val="0"/>
              </a:spcBef>
              <a:spcAft>
                <a:spcPts val="0"/>
              </a:spcAft>
              <a:buSzPts val="900"/>
              <a:buChar char="●"/>
              <a:defRPr sz="900"/>
            </a:lvl4pPr>
            <a:lvl5pPr marL="2286000" lvl="4" indent="-285750">
              <a:lnSpc>
                <a:spcPct val="100000"/>
              </a:lnSpc>
              <a:spcBef>
                <a:spcPts val="0"/>
              </a:spcBef>
              <a:spcAft>
                <a:spcPts val="0"/>
              </a:spcAft>
              <a:buSzPts val="900"/>
              <a:buChar char="○"/>
              <a:defRPr sz="900"/>
            </a:lvl5pPr>
            <a:lvl6pPr marL="2743200" lvl="5" indent="-285750">
              <a:lnSpc>
                <a:spcPct val="100000"/>
              </a:lnSpc>
              <a:spcBef>
                <a:spcPts val="0"/>
              </a:spcBef>
              <a:spcAft>
                <a:spcPts val="0"/>
              </a:spcAft>
              <a:buSzPts val="900"/>
              <a:buChar char="■"/>
              <a:defRPr sz="900"/>
            </a:lvl6pPr>
            <a:lvl7pPr marL="3200400" lvl="6" indent="-285750">
              <a:lnSpc>
                <a:spcPct val="100000"/>
              </a:lnSpc>
              <a:spcBef>
                <a:spcPts val="0"/>
              </a:spcBef>
              <a:spcAft>
                <a:spcPts val="0"/>
              </a:spcAft>
              <a:buSzPts val="900"/>
              <a:buChar char="●"/>
              <a:defRPr sz="900"/>
            </a:lvl7pPr>
            <a:lvl8pPr marL="3657600" lvl="7" indent="-285750">
              <a:lnSpc>
                <a:spcPct val="100000"/>
              </a:lnSpc>
              <a:spcBef>
                <a:spcPts val="0"/>
              </a:spcBef>
              <a:spcAft>
                <a:spcPts val="0"/>
              </a:spcAft>
              <a:buSzPts val="900"/>
              <a:buChar char="○"/>
              <a:defRPr sz="900"/>
            </a:lvl8pPr>
            <a:lvl9pPr marL="4114800" lvl="8" indent="-285750">
              <a:lnSpc>
                <a:spcPct val="100000"/>
              </a:lnSpc>
              <a:spcBef>
                <a:spcPts val="0"/>
              </a:spcBef>
              <a:spcAft>
                <a:spcPts val="0"/>
              </a:spcAft>
              <a:buSzPts val="900"/>
              <a:buChar char="■"/>
              <a:defRPr sz="900"/>
            </a:lvl9pPr>
          </a:lstStyle>
          <a:p>
            <a:endParaRPr/>
          </a:p>
        </p:txBody>
      </p:sp>
      <p:sp>
        <p:nvSpPr>
          <p:cNvPr id="377" name="Google Shape;377;p29"/>
          <p:cNvSpPr txBox="1">
            <a:spLocks noGrp="1"/>
          </p:cNvSpPr>
          <p:nvPr>
            <p:ph type="subTitle" idx="14"/>
          </p:nvPr>
        </p:nvSpPr>
        <p:spPr>
          <a:xfrm>
            <a:off x="271250" y="2737064"/>
            <a:ext cx="1508700" cy="338700"/>
          </a:xfrm>
          <a:prstGeom prst="rect">
            <a:avLst/>
          </a:prstGeom>
        </p:spPr>
        <p:txBody>
          <a:bodyPr spcFirstLastPara="1" wrap="square" lIns="0" tIns="0" rIns="0" bIns="0" anchor="t" anchorCtr="0">
            <a:norm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100"/>
              <a:buFont typeface="Poppins"/>
              <a:buNone/>
              <a:defRPr b="1">
                <a:latin typeface="Poppins"/>
                <a:ea typeface="Poppins"/>
                <a:cs typeface="Poppins"/>
                <a:sym typeface="Poppins"/>
              </a:defRPr>
            </a:lvl2pPr>
            <a:lvl3pPr lvl="2">
              <a:spcBef>
                <a:spcPts val="0"/>
              </a:spcBef>
              <a:spcAft>
                <a:spcPts val="0"/>
              </a:spcAft>
              <a:buSzPts val="1100"/>
              <a:buFont typeface="Poppins"/>
              <a:buNone/>
              <a:defRPr b="1">
                <a:latin typeface="Poppins"/>
                <a:ea typeface="Poppins"/>
                <a:cs typeface="Poppins"/>
                <a:sym typeface="Poppins"/>
              </a:defRPr>
            </a:lvl3pPr>
            <a:lvl4pPr lvl="3">
              <a:spcBef>
                <a:spcPts val="0"/>
              </a:spcBef>
              <a:spcAft>
                <a:spcPts val="0"/>
              </a:spcAft>
              <a:buSzPts val="1100"/>
              <a:buFont typeface="Poppins"/>
              <a:buNone/>
              <a:defRPr b="1">
                <a:latin typeface="Poppins"/>
                <a:ea typeface="Poppins"/>
                <a:cs typeface="Poppins"/>
                <a:sym typeface="Poppins"/>
              </a:defRPr>
            </a:lvl4pPr>
            <a:lvl5pPr lvl="4">
              <a:spcBef>
                <a:spcPts val="0"/>
              </a:spcBef>
              <a:spcAft>
                <a:spcPts val="0"/>
              </a:spcAft>
              <a:buSzPts val="1100"/>
              <a:buFont typeface="Poppins"/>
              <a:buNone/>
              <a:defRPr b="1">
                <a:latin typeface="Poppins"/>
                <a:ea typeface="Poppins"/>
                <a:cs typeface="Poppins"/>
                <a:sym typeface="Poppins"/>
              </a:defRPr>
            </a:lvl5pPr>
            <a:lvl6pPr lvl="5">
              <a:spcBef>
                <a:spcPts val="0"/>
              </a:spcBef>
              <a:spcAft>
                <a:spcPts val="0"/>
              </a:spcAft>
              <a:buSzPts val="1100"/>
              <a:buFont typeface="Poppins"/>
              <a:buNone/>
              <a:defRPr b="1">
                <a:latin typeface="Poppins"/>
                <a:ea typeface="Poppins"/>
                <a:cs typeface="Poppins"/>
                <a:sym typeface="Poppins"/>
              </a:defRPr>
            </a:lvl6pPr>
            <a:lvl7pPr lvl="6">
              <a:spcBef>
                <a:spcPts val="0"/>
              </a:spcBef>
              <a:spcAft>
                <a:spcPts val="0"/>
              </a:spcAft>
              <a:buSzPts val="1100"/>
              <a:buFont typeface="Poppins"/>
              <a:buNone/>
              <a:defRPr b="1">
                <a:latin typeface="Poppins"/>
                <a:ea typeface="Poppins"/>
                <a:cs typeface="Poppins"/>
                <a:sym typeface="Poppins"/>
              </a:defRPr>
            </a:lvl7pPr>
            <a:lvl8pPr lvl="7">
              <a:spcBef>
                <a:spcPts val="0"/>
              </a:spcBef>
              <a:spcAft>
                <a:spcPts val="0"/>
              </a:spcAft>
              <a:buSzPts val="1100"/>
              <a:buFont typeface="Poppins"/>
              <a:buNone/>
              <a:defRPr b="1">
                <a:latin typeface="Poppins"/>
                <a:ea typeface="Poppins"/>
                <a:cs typeface="Poppins"/>
                <a:sym typeface="Poppins"/>
              </a:defRPr>
            </a:lvl8pPr>
            <a:lvl9pPr lvl="8">
              <a:spcBef>
                <a:spcPts val="0"/>
              </a:spcBef>
              <a:spcAft>
                <a:spcPts val="0"/>
              </a:spcAft>
              <a:buSzPts val="1100"/>
              <a:buFont typeface="Poppins"/>
              <a:buNone/>
              <a:defRPr b="1">
                <a:latin typeface="Poppins"/>
                <a:ea typeface="Poppins"/>
                <a:cs typeface="Poppins"/>
                <a:sym typeface="Poppins"/>
              </a:defRPr>
            </a:lvl9pPr>
          </a:lstStyle>
          <a:p>
            <a:endParaRPr/>
          </a:p>
        </p:txBody>
      </p:sp>
      <p:sp>
        <p:nvSpPr>
          <p:cNvPr id="378" name="Google Shape;378;p29"/>
          <p:cNvSpPr txBox="1">
            <a:spLocks noGrp="1"/>
          </p:cNvSpPr>
          <p:nvPr>
            <p:ph type="subTitle" idx="15"/>
          </p:nvPr>
        </p:nvSpPr>
        <p:spPr>
          <a:xfrm>
            <a:off x="2030598" y="2737064"/>
            <a:ext cx="1508700" cy="338700"/>
          </a:xfrm>
          <a:prstGeom prst="rect">
            <a:avLst/>
          </a:prstGeom>
        </p:spPr>
        <p:txBody>
          <a:bodyPr spcFirstLastPara="1" wrap="square" lIns="0" tIns="0" rIns="0" bIns="0" anchor="t" anchorCtr="0">
            <a:norm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100"/>
              <a:buFont typeface="Poppins"/>
              <a:buNone/>
              <a:defRPr b="1">
                <a:latin typeface="Poppins"/>
                <a:ea typeface="Poppins"/>
                <a:cs typeface="Poppins"/>
                <a:sym typeface="Poppins"/>
              </a:defRPr>
            </a:lvl2pPr>
            <a:lvl3pPr lvl="2">
              <a:spcBef>
                <a:spcPts val="0"/>
              </a:spcBef>
              <a:spcAft>
                <a:spcPts val="0"/>
              </a:spcAft>
              <a:buSzPts val="1100"/>
              <a:buFont typeface="Poppins"/>
              <a:buNone/>
              <a:defRPr b="1">
                <a:latin typeface="Poppins"/>
                <a:ea typeface="Poppins"/>
                <a:cs typeface="Poppins"/>
                <a:sym typeface="Poppins"/>
              </a:defRPr>
            </a:lvl3pPr>
            <a:lvl4pPr lvl="3">
              <a:spcBef>
                <a:spcPts val="0"/>
              </a:spcBef>
              <a:spcAft>
                <a:spcPts val="0"/>
              </a:spcAft>
              <a:buSzPts val="1100"/>
              <a:buFont typeface="Poppins"/>
              <a:buNone/>
              <a:defRPr b="1">
                <a:latin typeface="Poppins"/>
                <a:ea typeface="Poppins"/>
                <a:cs typeface="Poppins"/>
                <a:sym typeface="Poppins"/>
              </a:defRPr>
            </a:lvl4pPr>
            <a:lvl5pPr lvl="4">
              <a:spcBef>
                <a:spcPts val="0"/>
              </a:spcBef>
              <a:spcAft>
                <a:spcPts val="0"/>
              </a:spcAft>
              <a:buSzPts val="1100"/>
              <a:buFont typeface="Poppins"/>
              <a:buNone/>
              <a:defRPr b="1">
                <a:latin typeface="Poppins"/>
                <a:ea typeface="Poppins"/>
                <a:cs typeface="Poppins"/>
                <a:sym typeface="Poppins"/>
              </a:defRPr>
            </a:lvl5pPr>
            <a:lvl6pPr lvl="5">
              <a:spcBef>
                <a:spcPts val="0"/>
              </a:spcBef>
              <a:spcAft>
                <a:spcPts val="0"/>
              </a:spcAft>
              <a:buSzPts val="1100"/>
              <a:buFont typeface="Poppins"/>
              <a:buNone/>
              <a:defRPr b="1">
                <a:latin typeface="Poppins"/>
                <a:ea typeface="Poppins"/>
                <a:cs typeface="Poppins"/>
                <a:sym typeface="Poppins"/>
              </a:defRPr>
            </a:lvl6pPr>
            <a:lvl7pPr lvl="6">
              <a:spcBef>
                <a:spcPts val="0"/>
              </a:spcBef>
              <a:spcAft>
                <a:spcPts val="0"/>
              </a:spcAft>
              <a:buSzPts val="1100"/>
              <a:buFont typeface="Poppins"/>
              <a:buNone/>
              <a:defRPr b="1">
                <a:latin typeface="Poppins"/>
                <a:ea typeface="Poppins"/>
                <a:cs typeface="Poppins"/>
                <a:sym typeface="Poppins"/>
              </a:defRPr>
            </a:lvl7pPr>
            <a:lvl8pPr lvl="7">
              <a:spcBef>
                <a:spcPts val="0"/>
              </a:spcBef>
              <a:spcAft>
                <a:spcPts val="0"/>
              </a:spcAft>
              <a:buSzPts val="1100"/>
              <a:buFont typeface="Poppins"/>
              <a:buNone/>
              <a:defRPr b="1">
                <a:latin typeface="Poppins"/>
                <a:ea typeface="Poppins"/>
                <a:cs typeface="Poppins"/>
                <a:sym typeface="Poppins"/>
              </a:defRPr>
            </a:lvl8pPr>
            <a:lvl9pPr lvl="8">
              <a:spcBef>
                <a:spcPts val="0"/>
              </a:spcBef>
              <a:spcAft>
                <a:spcPts val="0"/>
              </a:spcAft>
              <a:buSzPts val="1100"/>
              <a:buFont typeface="Poppins"/>
              <a:buNone/>
              <a:defRPr b="1">
                <a:latin typeface="Poppins"/>
                <a:ea typeface="Poppins"/>
                <a:cs typeface="Poppins"/>
                <a:sym typeface="Poppins"/>
              </a:defRPr>
            </a:lvl9pPr>
          </a:lstStyle>
          <a:p>
            <a:endParaRPr/>
          </a:p>
        </p:txBody>
      </p:sp>
      <p:sp>
        <p:nvSpPr>
          <p:cNvPr id="379" name="Google Shape;379;p29"/>
          <p:cNvSpPr txBox="1">
            <a:spLocks noGrp="1"/>
          </p:cNvSpPr>
          <p:nvPr>
            <p:ph type="subTitle" idx="16"/>
          </p:nvPr>
        </p:nvSpPr>
        <p:spPr>
          <a:xfrm>
            <a:off x="3795488" y="2737075"/>
            <a:ext cx="1508700" cy="338700"/>
          </a:xfrm>
          <a:prstGeom prst="rect">
            <a:avLst/>
          </a:prstGeom>
        </p:spPr>
        <p:txBody>
          <a:bodyPr spcFirstLastPara="1" wrap="square" lIns="0" tIns="0" rIns="0" bIns="0" anchor="t" anchorCtr="0">
            <a:norm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100"/>
              <a:buFont typeface="Poppins"/>
              <a:buNone/>
              <a:defRPr b="1">
                <a:latin typeface="Poppins"/>
                <a:ea typeface="Poppins"/>
                <a:cs typeface="Poppins"/>
                <a:sym typeface="Poppins"/>
              </a:defRPr>
            </a:lvl2pPr>
            <a:lvl3pPr lvl="2">
              <a:spcBef>
                <a:spcPts val="0"/>
              </a:spcBef>
              <a:spcAft>
                <a:spcPts val="0"/>
              </a:spcAft>
              <a:buSzPts val="1100"/>
              <a:buFont typeface="Poppins"/>
              <a:buNone/>
              <a:defRPr b="1">
                <a:latin typeface="Poppins"/>
                <a:ea typeface="Poppins"/>
                <a:cs typeface="Poppins"/>
                <a:sym typeface="Poppins"/>
              </a:defRPr>
            </a:lvl3pPr>
            <a:lvl4pPr lvl="3">
              <a:spcBef>
                <a:spcPts val="0"/>
              </a:spcBef>
              <a:spcAft>
                <a:spcPts val="0"/>
              </a:spcAft>
              <a:buSzPts val="1100"/>
              <a:buFont typeface="Poppins"/>
              <a:buNone/>
              <a:defRPr b="1">
                <a:latin typeface="Poppins"/>
                <a:ea typeface="Poppins"/>
                <a:cs typeface="Poppins"/>
                <a:sym typeface="Poppins"/>
              </a:defRPr>
            </a:lvl4pPr>
            <a:lvl5pPr lvl="4">
              <a:spcBef>
                <a:spcPts val="0"/>
              </a:spcBef>
              <a:spcAft>
                <a:spcPts val="0"/>
              </a:spcAft>
              <a:buSzPts val="1100"/>
              <a:buFont typeface="Poppins"/>
              <a:buNone/>
              <a:defRPr b="1">
                <a:latin typeface="Poppins"/>
                <a:ea typeface="Poppins"/>
                <a:cs typeface="Poppins"/>
                <a:sym typeface="Poppins"/>
              </a:defRPr>
            </a:lvl5pPr>
            <a:lvl6pPr lvl="5">
              <a:spcBef>
                <a:spcPts val="0"/>
              </a:spcBef>
              <a:spcAft>
                <a:spcPts val="0"/>
              </a:spcAft>
              <a:buSzPts val="1100"/>
              <a:buFont typeface="Poppins"/>
              <a:buNone/>
              <a:defRPr b="1">
                <a:latin typeface="Poppins"/>
                <a:ea typeface="Poppins"/>
                <a:cs typeface="Poppins"/>
                <a:sym typeface="Poppins"/>
              </a:defRPr>
            </a:lvl6pPr>
            <a:lvl7pPr lvl="6">
              <a:spcBef>
                <a:spcPts val="0"/>
              </a:spcBef>
              <a:spcAft>
                <a:spcPts val="0"/>
              </a:spcAft>
              <a:buSzPts val="1100"/>
              <a:buFont typeface="Poppins"/>
              <a:buNone/>
              <a:defRPr b="1">
                <a:latin typeface="Poppins"/>
                <a:ea typeface="Poppins"/>
                <a:cs typeface="Poppins"/>
                <a:sym typeface="Poppins"/>
              </a:defRPr>
            </a:lvl7pPr>
            <a:lvl8pPr lvl="7">
              <a:spcBef>
                <a:spcPts val="0"/>
              </a:spcBef>
              <a:spcAft>
                <a:spcPts val="0"/>
              </a:spcAft>
              <a:buSzPts val="1100"/>
              <a:buFont typeface="Poppins"/>
              <a:buNone/>
              <a:defRPr b="1">
                <a:latin typeface="Poppins"/>
                <a:ea typeface="Poppins"/>
                <a:cs typeface="Poppins"/>
                <a:sym typeface="Poppins"/>
              </a:defRPr>
            </a:lvl8pPr>
            <a:lvl9pPr lvl="8">
              <a:spcBef>
                <a:spcPts val="0"/>
              </a:spcBef>
              <a:spcAft>
                <a:spcPts val="0"/>
              </a:spcAft>
              <a:buSzPts val="1100"/>
              <a:buFont typeface="Poppins"/>
              <a:buNone/>
              <a:defRPr b="1">
                <a:latin typeface="Poppins"/>
                <a:ea typeface="Poppins"/>
                <a:cs typeface="Poppins"/>
                <a:sym typeface="Poppins"/>
              </a:defRPr>
            </a:lvl9pPr>
          </a:lstStyle>
          <a:p>
            <a:endParaRPr/>
          </a:p>
        </p:txBody>
      </p:sp>
      <p:sp>
        <p:nvSpPr>
          <p:cNvPr id="380" name="Google Shape;380;p29"/>
          <p:cNvSpPr txBox="1">
            <a:spLocks noGrp="1"/>
          </p:cNvSpPr>
          <p:nvPr>
            <p:ph type="subTitle" idx="17"/>
          </p:nvPr>
        </p:nvSpPr>
        <p:spPr>
          <a:xfrm>
            <a:off x="5556416" y="2737075"/>
            <a:ext cx="1508700" cy="338700"/>
          </a:xfrm>
          <a:prstGeom prst="rect">
            <a:avLst/>
          </a:prstGeom>
        </p:spPr>
        <p:txBody>
          <a:bodyPr spcFirstLastPara="1" wrap="square" lIns="0" tIns="0" rIns="0" bIns="0" anchor="t" anchorCtr="0">
            <a:norm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100"/>
              <a:buFont typeface="Poppins"/>
              <a:buNone/>
              <a:defRPr b="1">
                <a:latin typeface="Poppins"/>
                <a:ea typeface="Poppins"/>
                <a:cs typeface="Poppins"/>
                <a:sym typeface="Poppins"/>
              </a:defRPr>
            </a:lvl2pPr>
            <a:lvl3pPr lvl="2">
              <a:spcBef>
                <a:spcPts val="0"/>
              </a:spcBef>
              <a:spcAft>
                <a:spcPts val="0"/>
              </a:spcAft>
              <a:buSzPts val="1100"/>
              <a:buFont typeface="Poppins"/>
              <a:buNone/>
              <a:defRPr b="1">
                <a:latin typeface="Poppins"/>
                <a:ea typeface="Poppins"/>
                <a:cs typeface="Poppins"/>
                <a:sym typeface="Poppins"/>
              </a:defRPr>
            </a:lvl3pPr>
            <a:lvl4pPr lvl="3">
              <a:spcBef>
                <a:spcPts val="0"/>
              </a:spcBef>
              <a:spcAft>
                <a:spcPts val="0"/>
              </a:spcAft>
              <a:buSzPts val="1100"/>
              <a:buFont typeface="Poppins"/>
              <a:buNone/>
              <a:defRPr b="1">
                <a:latin typeface="Poppins"/>
                <a:ea typeface="Poppins"/>
                <a:cs typeface="Poppins"/>
                <a:sym typeface="Poppins"/>
              </a:defRPr>
            </a:lvl4pPr>
            <a:lvl5pPr lvl="4">
              <a:spcBef>
                <a:spcPts val="0"/>
              </a:spcBef>
              <a:spcAft>
                <a:spcPts val="0"/>
              </a:spcAft>
              <a:buSzPts val="1100"/>
              <a:buFont typeface="Poppins"/>
              <a:buNone/>
              <a:defRPr b="1">
                <a:latin typeface="Poppins"/>
                <a:ea typeface="Poppins"/>
                <a:cs typeface="Poppins"/>
                <a:sym typeface="Poppins"/>
              </a:defRPr>
            </a:lvl5pPr>
            <a:lvl6pPr lvl="5">
              <a:spcBef>
                <a:spcPts val="0"/>
              </a:spcBef>
              <a:spcAft>
                <a:spcPts val="0"/>
              </a:spcAft>
              <a:buSzPts val="1100"/>
              <a:buFont typeface="Poppins"/>
              <a:buNone/>
              <a:defRPr b="1">
                <a:latin typeface="Poppins"/>
                <a:ea typeface="Poppins"/>
                <a:cs typeface="Poppins"/>
                <a:sym typeface="Poppins"/>
              </a:defRPr>
            </a:lvl6pPr>
            <a:lvl7pPr lvl="6">
              <a:spcBef>
                <a:spcPts val="0"/>
              </a:spcBef>
              <a:spcAft>
                <a:spcPts val="0"/>
              </a:spcAft>
              <a:buSzPts val="1100"/>
              <a:buFont typeface="Poppins"/>
              <a:buNone/>
              <a:defRPr b="1">
                <a:latin typeface="Poppins"/>
                <a:ea typeface="Poppins"/>
                <a:cs typeface="Poppins"/>
                <a:sym typeface="Poppins"/>
              </a:defRPr>
            </a:lvl7pPr>
            <a:lvl8pPr lvl="7">
              <a:spcBef>
                <a:spcPts val="0"/>
              </a:spcBef>
              <a:spcAft>
                <a:spcPts val="0"/>
              </a:spcAft>
              <a:buSzPts val="1100"/>
              <a:buFont typeface="Poppins"/>
              <a:buNone/>
              <a:defRPr b="1">
                <a:latin typeface="Poppins"/>
                <a:ea typeface="Poppins"/>
                <a:cs typeface="Poppins"/>
                <a:sym typeface="Poppins"/>
              </a:defRPr>
            </a:lvl8pPr>
            <a:lvl9pPr lvl="8">
              <a:spcBef>
                <a:spcPts val="0"/>
              </a:spcBef>
              <a:spcAft>
                <a:spcPts val="0"/>
              </a:spcAft>
              <a:buSzPts val="1100"/>
              <a:buFont typeface="Poppins"/>
              <a:buNone/>
              <a:defRPr b="1">
                <a:latin typeface="Poppins"/>
                <a:ea typeface="Poppins"/>
                <a:cs typeface="Poppins"/>
                <a:sym typeface="Poppins"/>
              </a:defRPr>
            </a:lvl9pPr>
          </a:lstStyle>
          <a:p>
            <a:endParaRPr/>
          </a:p>
        </p:txBody>
      </p:sp>
      <p:sp>
        <p:nvSpPr>
          <p:cNvPr id="381" name="Google Shape;381;p29"/>
          <p:cNvSpPr txBox="1">
            <a:spLocks noGrp="1"/>
          </p:cNvSpPr>
          <p:nvPr>
            <p:ph type="subTitle" idx="18"/>
          </p:nvPr>
        </p:nvSpPr>
        <p:spPr>
          <a:xfrm>
            <a:off x="7318138" y="2737075"/>
            <a:ext cx="1508700" cy="338700"/>
          </a:xfrm>
          <a:prstGeom prst="rect">
            <a:avLst/>
          </a:prstGeom>
        </p:spPr>
        <p:txBody>
          <a:bodyPr spcFirstLastPara="1" wrap="square" lIns="0" tIns="0" rIns="0" bIns="0" anchor="t" anchorCtr="0">
            <a:normAutofit/>
          </a:bodyPr>
          <a:lstStyle>
            <a:lvl1pPr lvl="0">
              <a:spcBef>
                <a:spcPts val="0"/>
              </a:spcBef>
              <a:spcAft>
                <a:spcPts val="0"/>
              </a:spcAft>
              <a:buSzPts val="1300"/>
              <a:buFont typeface="Poppins"/>
              <a:buNone/>
              <a:defRPr b="1">
                <a:latin typeface="Poppins"/>
                <a:ea typeface="Poppins"/>
                <a:cs typeface="Poppins"/>
                <a:sym typeface="Poppins"/>
              </a:defRPr>
            </a:lvl1pPr>
            <a:lvl2pPr lvl="1">
              <a:spcBef>
                <a:spcPts val="0"/>
              </a:spcBef>
              <a:spcAft>
                <a:spcPts val="0"/>
              </a:spcAft>
              <a:buSzPts val="1100"/>
              <a:buFont typeface="Poppins"/>
              <a:buNone/>
              <a:defRPr b="1">
                <a:latin typeface="Poppins"/>
                <a:ea typeface="Poppins"/>
                <a:cs typeface="Poppins"/>
                <a:sym typeface="Poppins"/>
              </a:defRPr>
            </a:lvl2pPr>
            <a:lvl3pPr lvl="2">
              <a:spcBef>
                <a:spcPts val="0"/>
              </a:spcBef>
              <a:spcAft>
                <a:spcPts val="0"/>
              </a:spcAft>
              <a:buSzPts val="1100"/>
              <a:buFont typeface="Poppins"/>
              <a:buNone/>
              <a:defRPr b="1">
                <a:latin typeface="Poppins"/>
                <a:ea typeface="Poppins"/>
                <a:cs typeface="Poppins"/>
                <a:sym typeface="Poppins"/>
              </a:defRPr>
            </a:lvl3pPr>
            <a:lvl4pPr lvl="3">
              <a:spcBef>
                <a:spcPts val="0"/>
              </a:spcBef>
              <a:spcAft>
                <a:spcPts val="0"/>
              </a:spcAft>
              <a:buSzPts val="1100"/>
              <a:buFont typeface="Poppins"/>
              <a:buNone/>
              <a:defRPr b="1">
                <a:latin typeface="Poppins"/>
                <a:ea typeface="Poppins"/>
                <a:cs typeface="Poppins"/>
                <a:sym typeface="Poppins"/>
              </a:defRPr>
            </a:lvl4pPr>
            <a:lvl5pPr lvl="4">
              <a:spcBef>
                <a:spcPts val="0"/>
              </a:spcBef>
              <a:spcAft>
                <a:spcPts val="0"/>
              </a:spcAft>
              <a:buSzPts val="1100"/>
              <a:buFont typeface="Poppins"/>
              <a:buNone/>
              <a:defRPr b="1">
                <a:latin typeface="Poppins"/>
                <a:ea typeface="Poppins"/>
                <a:cs typeface="Poppins"/>
                <a:sym typeface="Poppins"/>
              </a:defRPr>
            </a:lvl5pPr>
            <a:lvl6pPr lvl="5">
              <a:spcBef>
                <a:spcPts val="0"/>
              </a:spcBef>
              <a:spcAft>
                <a:spcPts val="0"/>
              </a:spcAft>
              <a:buSzPts val="1100"/>
              <a:buFont typeface="Poppins"/>
              <a:buNone/>
              <a:defRPr b="1">
                <a:latin typeface="Poppins"/>
                <a:ea typeface="Poppins"/>
                <a:cs typeface="Poppins"/>
                <a:sym typeface="Poppins"/>
              </a:defRPr>
            </a:lvl6pPr>
            <a:lvl7pPr lvl="6">
              <a:spcBef>
                <a:spcPts val="0"/>
              </a:spcBef>
              <a:spcAft>
                <a:spcPts val="0"/>
              </a:spcAft>
              <a:buSzPts val="1100"/>
              <a:buFont typeface="Poppins"/>
              <a:buNone/>
              <a:defRPr b="1">
                <a:latin typeface="Poppins"/>
                <a:ea typeface="Poppins"/>
                <a:cs typeface="Poppins"/>
                <a:sym typeface="Poppins"/>
              </a:defRPr>
            </a:lvl7pPr>
            <a:lvl8pPr lvl="7">
              <a:spcBef>
                <a:spcPts val="0"/>
              </a:spcBef>
              <a:spcAft>
                <a:spcPts val="0"/>
              </a:spcAft>
              <a:buSzPts val="1100"/>
              <a:buFont typeface="Poppins"/>
              <a:buNone/>
              <a:defRPr b="1">
                <a:latin typeface="Poppins"/>
                <a:ea typeface="Poppins"/>
                <a:cs typeface="Poppins"/>
                <a:sym typeface="Poppins"/>
              </a:defRPr>
            </a:lvl8pPr>
            <a:lvl9pPr lvl="8">
              <a:spcBef>
                <a:spcPts val="0"/>
              </a:spcBef>
              <a:spcAft>
                <a:spcPts val="0"/>
              </a:spcAft>
              <a:buSzPts val="1100"/>
              <a:buFont typeface="Poppins"/>
              <a:buNone/>
              <a:defRPr b="1">
                <a:latin typeface="Poppins"/>
                <a:ea typeface="Poppins"/>
                <a:cs typeface="Poppins"/>
                <a:sym typeface="Poppins"/>
              </a:defRPr>
            </a:lvl9pPr>
          </a:lstStyle>
          <a:p>
            <a:endParaRPr/>
          </a:p>
        </p:txBody>
      </p:sp>
      <p:sp>
        <p:nvSpPr>
          <p:cNvPr id="382" name="Google Shape;382;p29"/>
          <p:cNvSpPr txBox="1">
            <a:spLocks noGrp="1"/>
          </p:cNvSpPr>
          <p:nvPr>
            <p:ph type="title"/>
          </p:nvPr>
        </p:nvSpPr>
        <p:spPr>
          <a:xfrm>
            <a:off x="283475" y="433737"/>
            <a:ext cx="4382400" cy="433800"/>
          </a:xfrm>
          <a:prstGeom prst="rect">
            <a:avLst/>
          </a:prstGeom>
        </p:spPr>
        <p:txBody>
          <a:bodyPr spcFirstLastPara="1" wrap="square" lIns="91425" tIns="91425" rIns="91425" bIns="91425" anchor="t" anchorCtr="0">
            <a:norm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383" name="Google Shape;383;p29"/>
          <p:cNvSpPr txBox="1">
            <a:spLocks noGrp="1"/>
          </p:cNvSpPr>
          <p:nvPr>
            <p:ph type="subTitle" idx="19"/>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84" name="Google Shape;384;p29"/>
          <p:cNvSpPr txBox="1">
            <a:spLocks noGrp="1"/>
          </p:cNvSpPr>
          <p:nvPr>
            <p:ph type="subTitle" idx="20"/>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85" name="Google Shape;385;p29"/>
          <p:cNvSpPr txBox="1">
            <a:spLocks noGrp="1"/>
          </p:cNvSpPr>
          <p:nvPr>
            <p:ph type="subTitle" idx="21"/>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386" name="Google Shape;386;p29"/>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387" name="Google Shape;387;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hase description - Alt 1">
  <p:cSld name="BLANK_1_1_1_1_1_1_1_1_1_1_1_2">
    <p:spTree>
      <p:nvGrpSpPr>
        <p:cNvPr id="1" name="Shape 388"/>
        <p:cNvGrpSpPr/>
        <p:nvPr/>
      </p:nvGrpSpPr>
      <p:grpSpPr>
        <a:xfrm>
          <a:off x="0" y="0"/>
          <a:ext cx="0" cy="0"/>
          <a:chOff x="0" y="0"/>
          <a:chExt cx="0" cy="0"/>
        </a:xfrm>
      </p:grpSpPr>
      <p:sp>
        <p:nvSpPr>
          <p:cNvPr id="389" name="Google Shape;389;p30"/>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90" name="Google Shape;390;p30"/>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91" name="Google Shape;391;p30"/>
          <p:cNvSpPr/>
          <p:nvPr/>
        </p:nvSpPr>
        <p:spPr>
          <a:xfrm flipH="1">
            <a:off x="7723050" y="2475750"/>
            <a:ext cx="2828100" cy="2657700"/>
          </a:xfrm>
          <a:prstGeom prst="pie">
            <a:avLst>
              <a:gd name="adj1" fmla="val 0"/>
              <a:gd name="adj2" fmla="val 5408708"/>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92" name="Google Shape;392;p30"/>
          <p:cNvSpPr/>
          <p:nvPr/>
        </p:nvSpPr>
        <p:spPr>
          <a:xfrm rot="5400000" flipH="1">
            <a:off x="6370150" y="3807650"/>
            <a:ext cx="2688900" cy="2700600"/>
          </a:xfrm>
          <a:prstGeom prst="pie">
            <a:avLst>
              <a:gd name="adj1" fmla="val 0"/>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93" name="Google Shape;393;p30"/>
          <p:cNvSpPr txBox="1">
            <a:spLocks noGrp="1"/>
          </p:cNvSpPr>
          <p:nvPr>
            <p:ph type="body" idx="3"/>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394" name="Google Shape;394;p30"/>
          <p:cNvSpPr>
            <a:spLocks noGrp="1"/>
          </p:cNvSpPr>
          <p:nvPr>
            <p:ph type="pic" idx="4"/>
          </p:nvPr>
        </p:nvSpPr>
        <p:spPr>
          <a:xfrm>
            <a:off x="6364300" y="0"/>
            <a:ext cx="2779500" cy="3813600"/>
          </a:xfrm>
          <a:prstGeom prst="round2DiagRect">
            <a:avLst>
              <a:gd name="adj1" fmla="val 50000"/>
              <a:gd name="adj2" fmla="val 0"/>
            </a:avLst>
          </a:prstGeom>
          <a:noFill/>
          <a:ln>
            <a:noFill/>
          </a:ln>
        </p:spPr>
      </p:sp>
      <p:sp>
        <p:nvSpPr>
          <p:cNvPr id="395" name="Google Shape;395;p30"/>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396" name="Google Shape;396;p30"/>
          <p:cNvSpPr txBox="1">
            <a:spLocks noGrp="1"/>
          </p:cNvSpPr>
          <p:nvPr>
            <p:ph type="title" idx="5"/>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397" name="Google Shape;397;p30"/>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398" name="Google Shape;398;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hase description - Alt 6">
  <p:cSld name="CUSTOM_8">
    <p:spTree>
      <p:nvGrpSpPr>
        <p:cNvPr id="1" name="Shape 399"/>
        <p:cNvGrpSpPr/>
        <p:nvPr/>
      </p:nvGrpSpPr>
      <p:grpSpPr>
        <a:xfrm>
          <a:off x="0" y="0"/>
          <a:ext cx="0" cy="0"/>
          <a:chOff x="0" y="0"/>
          <a:chExt cx="0" cy="0"/>
        </a:xfrm>
      </p:grpSpPr>
      <p:sp>
        <p:nvSpPr>
          <p:cNvPr id="400" name="Google Shape;400;p31"/>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01" name="Google Shape;401;p31"/>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02" name="Google Shape;402;p31"/>
          <p:cNvSpPr/>
          <p:nvPr/>
        </p:nvSpPr>
        <p:spPr>
          <a:xfrm flipH="1">
            <a:off x="7723050" y="2475750"/>
            <a:ext cx="2828100" cy="2657700"/>
          </a:xfrm>
          <a:prstGeom prst="pie">
            <a:avLst>
              <a:gd name="adj1" fmla="val 0"/>
              <a:gd name="adj2" fmla="val 5408708"/>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03" name="Google Shape;403;p31"/>
          <p:cNvSpPr/>
          <p:nvPr/>
        </p:nvSpPr>
        <p:spPr>
          <a:xfrm rot="5400000" flipH="1">
            <a:off x="6370150" y="3807650"/>
            <a:ext cx="2688900" cy="2700600"/>
          </a:xfrm>
          <a:prstGeom prst="pie">
            <a:avLst>
              <a:gd name="adj1" fmla="val 0"/>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04" name="Google Shape;404;p31"/>
          <p:cNvSpPr txBox="1">
            <a:spLocks noGrp="1"/>
          </p:cNvSpPr>
          <p:nvPr>
            <p:ph type="body" idx="3"/>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05" name="Google Shape;405;p31"/>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406" name="Google Shape;406;p31"/>
          <p:cNvSpPr txBox="1">
            <a:spLocks noGrp="1"/>
          </p:cNvSpPr>
          <p:nvPr>
            <p:ph type="title" idx="4"/>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07" name="Google Shape;407;p31"/>
          <p:cNvSpPr/>
          <p:nvPr/>
        </p:nvSpPr>
        <p:spPr>
          <a:xfrm>
            <a:off x="6375075" y="10125"/>
            <a:ext cx="2757600" cy="3794400"/>
          </a:xfrm>
          <a:prstGeom prst="round2DiagRect">
            <a:avLst>
              <a:gd name="adj1" fmla="val 50000"/>
              <a:gd name="adj2" fmla="val 0"/>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08" name="Google Shape;408;p31"/>
          <p:cNvSpPr txBox="1">
            <a:spLocks noGrp="1"/>
          </p:cNvSpPr>
          <p:nvPr>
            <p:ph type="subTitle" idx="5"/>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409" name="Google Shape;409;p31"/>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10" name="Google Shape;410;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hase description - Alt 2">
  <p:cSld name="BLANK_1_1_1_1_1_1_1_1_1_1_1_2_1">
    <p:spTree>
      <p:nvGrpSpPr>
        <p:cNvPr id="1" name="Shape 411"/>
        <p:cNvGrpSpPr/>
        <p:nvPr/>
      </p:nvGrpSpPr>
      <p:grpSpPr>
        <a:xfrm>
          <a:off x="0" y="0"/>
          <a:ext cx="0" cy="0"/>
          <a:chOff x="0" y="0"/>
          <a:chExt cx="0" cy="0"/>
        </a:xfrm>
      </p:grpSpPr>
      <p:sp>
        <p:nvSpPr>
          <p:cNvPr id="412" name="Google Shape;412;p32"/>
          <p:cNvSpPr/>
          <p:nvPr/>
        </p:nvSpPr>
        <p:spPr>
          <a:xfrm>
            <a:off x="4902225" y="2293759"/>
            <a:ext cx="2868000" cy="2857500"/>
          </a:xfrm>
          <a:prstGeom prst="pie">
            <a:avLst>
              <a:gd name="adj1" fmla="val 0"/>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13" name="Google Shape;413;p32"/>
          <p:cNvSpPr/>
          <p:nvPr/>
        </p:nvSpPr>
        <p:spPr>
          <a:xfrm rot="5400000">
            <a:off x="7720466" y="2360662"/>
            <a:ext cx="2851800" cy="2718000"/>
          </a:xfrm>
          <a:prstGeom prst="pie">
            <a:avLst>
              <a:gd name="adj1" fmla="val 0"/>
              <a:gd name="adj2" fmla="val 5398959"/>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14" name="Google Shape;414;p32"/>
          <p:cNvSpPr/>
          <p:nvPr/>
        </p:nvSpPr>
        <p:spPr>
          <a:xfrm>
            <a:off x="6345359" y="7875"/>
            <a:ext cx="2791200" cy="12330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15" name="Google Shape;415;p32"/>
          <p:cNvSpPr txBox="1">
            <a:spLocks noGrp="1"/>
          </p:cNvSpPr>
          <p:nvPr>
            <p:ph type="body" idx="1"/>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16" name="Google Shape;416;p32"/>
          <p:cNvSpPr>
            <a:spLocks noGrp="1"/>
          </p:cNvSpPr>
          <p:nvPr>
            <p:ph type="pic" idx="2"/>
          </p:nvPr>
        </p:nvSpPr>
        <p:spPr>
          <a:xfrm>
            <a:off x="6335600" y="1231675"/>
            <a:ext cx="2808600" cy="2498700"/>
          </a:xfrm>
          <a:prstGeom prst="round1Rect">
            <a:avLst>
              <a:gd name="adj" fmla="val 50000"/>
            </a:avLst>
          </a:prstGeom>
          <a:noFill/>
          <a:ln>
            <a:noFill/>
          </a:ln>
        </p:spPr>
      </p:sp>
      <p:sp>
        <p:nvSpPr>
          <p:cNvPr id="417" name="Google Shape;417;p32"/>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a:endParaRPr/>
          </a:p>
        </p:txBody>
      </p:sp>
      <p:sp>
        <p:nvSpPr>
          <p:cNvPr id="418" name="Google Shape;418;p32"/>
          <p:cNvSpPr txBox="1">
            <a:spLocks noGrp="1"/>
          </p:cNvSpPr>
          <p:nvPr>
            <p:ph type="title" idx="3"/>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19" name="Google Shape;419;p32"/>
          <p:cNvSpPr txBox="1">
            <a:spLocks noGrp="1"/>
          </p:cNvSpPr>
          <p:nvPr>
            <p:ph type="subTitle" idx="4"/>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20" name="Google Shape;420;p32"/>
          <p:cNvSpPr txBox="1">
            <a:spLocks noGrp="1"/>
          </p:cNvSpPr>
          <p:nvPr>
            <p:ph type="subTitle" idx="5"/>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21" name="Google Shape;421;p32"/>
          <p:cNvSpPr txBox="1">
            <a:spLocks noGrp="1"/>
          </p:cNvSpPr>
          <p:nvPr>
            <p:ph type="subTitle" idx="6"/>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422" name="Google Shape;422;p32"/>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23" name="Google Shape;423;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hase description - Alt 7">
  <p:cSld name="CUSTOM_8_1">
    <p:spTree>
      <p:nvGrpSpPr>
        <p:cNvPr id="1" name="Shape 424"/>
        <p:cNvGrpSpPr/>
        <p:nvPr/>
      </p:nvGrpSpPr>
      <p:grpSpPr>
        <a:xfrm>
          <a:off x="0" y="0"/>
          <a:ext cx="0" cy="0"/>
          <a:chOff x="0" y="0"/>
          <a:chExt cx="0" cy="0"/>
        </a:xfrm>
      </p:grpSpPr>
      <p:sp>
        <p:nvSpPr>
          <p:cNvPr id="425" name="Google Shape;425;p33"/>
          <p:cNvSpPr/>
          <p:nvPr/>
        </p:nvSpPr>
        <p:spPr>
          <a:xfrm>
            <a:off x="4902225" y="2293759"/>
            <a:ext cx="2868000" cy="2857500"/>
          </a:xfrm>
          <a:prstGeom prst="pie">
            <a:avLst>
              <a:gd name="adj1" fmla="val 0"/>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26" name="Google Shape;426;p33"/>
          <p:cNvSpPr/>
          <p:nvPr/>
        </p:nvSpPr>
        <p:spPr>
          <a:xfrm rot="5400000">
            <a:off x="7720466" y="2360662"/>
            <a:ext cx="2851800" cy="2718000"/>
          </a:xfrm>
          <a:prstGeom prst="pie">
            <a:avLst>
              <a:gd name="adj1" fmla="val 0"/>
              <a:gd name="adj2" fmla="val 5398959"/>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27" name="Google Shape;427;p33"/>
          <p:cNvSpPr/>
          <p:nvPr/>
        </p:nvSpPr>
        <p:spPr>
          <a:xfrm>
            <a:off x="6345359" y="7875"/>
            <a:ext cx="2791200" cy="12330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28" name="Google Shape;428;p33"/>
          <p:cNvSpPr txBox="1">
            <a:spLocks noGrp="1"/>
          </p:cNvSpPr>
          <p:nvPr>
            <p:ph type="body" idx="1"/>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29" name="Google Shape;429;p33"/>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a:endParaRPr/>
          </a:p>
        </p:txBody>
      </p:sp>
      <p:sp>
        <p:nvSpPr>
          <p:cNvPr id="430" name="Google Shape;430;p33"/>
          <p:cNvSpPr txBox="1">
            <a:spLocks noGrp="1"/>
          </p:cNvSpPr>
          <p:nvPr>
            <p:ph type="title" idx="2"/>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31" name="Google Shape;431;p33"/>
          <p:cNvSpPr txBox="1">
            <a:spLocks noGrp="1"/>
          </p:cNvSpPr>
          <p:nvPr>
            <p:ph type="subTitle" idx="3"/>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32" name="Google Shape;432;p33"/>
          <p:cNvSpPr txBox="1">
            <a:spLocks noGrp="1"/>
          </p:cNvSpPr>
          <p:nvPr>
            <p:ph type="subTitle" idx="4"/>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33" name="Google Shape;433;p33"/>
          <p:cNvSpPr txBox="1">
            <a:spLocks noGrp="1"/>
          </p:cNvSpPr>
          <p:nvPr>
            <p:ph type="subTitle" idx="5"/>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434" name="Google Shape;434;p33"/>
          <p:cNvSpPr/>
          <p:nvPr/>
        </p:nvSpPr>
        <p:spPr>
          <a:xfrm>
            <a:off x="6345359" y="1240774"/>
            <a:ext cx="2801400" cy="2479800"/>
          </a:xfrm>
          <a:prstGeom prst="round1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35" name="Google Shape;435;p33"/>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36" name="Google Shape;436;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hase description - Alt 3">
  <p:cSld name="BLANK_1_1_1_1_1_1_1_1_1_1_1_2_1_1">
    <p:spTree>
      <p:nvGrpSpPr>
        <p:cNvPr id="1" name="Shape 437"/>
        <p:cNvGrpSpPr/>
        <p:nvPr/>
      </p:nvGrpSpPr>
      <p:grpSpPr>
        <a:xfrm>
          <a:off x="0" y="0"/>
          <a:ext cx="0" cy="0"/>
          <a:chOff x="0" y="0"/>
          <a:chExt cx="0" cy="0"/>
        </a:xfrm>
      </p:grpSpPr>
      <p:sp>
        <p:nvSpPr>
          <p:cNvPr id="438" name="Google Shape;438;p34"/>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39" name="Google Shape;439;p34"/>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grpSp>
        <p:nvGrpSpPr>
          <p:cNvPr id="440" name="Google Shape;440;p34"/>
          <p:cNvGrpSpPr/>
          <p:nvPr/>
        </p:nvGrpSpPr>
        <p:grpSpPr>
          <a:xfrm>
            <a:off x="6324521" y="8900"/>
            <a:ext cx="2848500" cy="6539200"/>
            <a:chOff x="6324521" y="8900"/>
            <a:chExt cx="2848500" cy="6539200"/>
          </a:xfrm>
        </p:grpSpPr>
        <p:sp>
          <p:nvSpPr>
            <p:cNvPr id="441" name="Google Shape;441;p34"/>
            <p:cNvSpPr/>
            <p:nvPr/>
          </p:nvSpPr>
          <p:spPr>
            <a:xfrm rot="10800000">
              <a:off x="6362475" y="8900"/>
              <a:ext cx="2772600" cy="3700500"/>
            </a:xfrm>
            <a:prstGeom prst="round2SameRect">
              <a:avLst>
                <a:gd name="adj1" fmla="val 50000"/>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42" name="Google Shape;442;p34"/>
            <p:cNvSpPr/>
            <p:nvPr/>
          </p:nvSpPr>
          <p:spPr>
            <a:xfrm rot="5400000" flipH="1">
              <a:off x="6319275" y="3734100"/>
              <a:ext cx="2820300" cy="2807700"/>
            </a:xfrm>
            <a:prstGeom prst="pie">
              <a:avLst>
                <a:gd name="adj1" fmla="val 16192689"/>
                <a:gd name="adj2" fmla="val 4945"/>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43" name="Google Shape;443;p34"/>
            <p:cNvSpPr/>
            <p:nvPr/>
          </p:nvSpPr>
          <p:spPr>
            <a:xfrm flipH="1">
              <a:off x="6324521" y="2295469"/>
              <a:ext cx="2848500" cy="2847300"/>
            </a:xfrm>
            <a:prstGeom prst="pie">
              <a:avLst>
                <a:gd name="adj1" fmla="val 21590006"/>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sp>
        <p:nvSpPr>
          <p:cNvPr id="444" name="Google Shape;444;p34"/>
          <p:cNvSpPr txBox="1">
            <a:spLocks noGrp="1"/>
          </p:cNvSpPr>
          <p:nvPr>
            <p:ph type="body" idx="3"/>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45" name="Google Shape;445;p34"/>
          <p:cNvSpPr>
            <a:spLocks noGrp="1"/>
          </p:cNvSpPr>
          <p:nvPr>
            <p:ph type="pic" idx="4"/>
          </p:nvPr>
        </p:nvSpPr>
        <p:spPr>
          <a:xfrm rot="10800000">
            <a:off x="6324525" y="0"/>
            <a:ext cx="2819400" cy="3715800"/>
          </a:xfrm>
          <a:prstGeom prst="round2SameRect">
            <a:avLst>
              <a:gd name="adj1" fmla="val 50000"/>
              <a:gd name="adj2" fmla="val 0"/>
            </a:avLst>
          </a:prstGeom>
          <a:noFill/>
          <a:ln>
            <a:noFill/>
          </a:ln>
        </p:spPr>
      </p:sp>
      <p:sp>
        <p:nvSpPr>
          <p:cNvPr id="446" name="Google Shape;446;p34"/>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a:endParaRPr/>
          </a:p>
        </p:txBody>
      </p:sp>
      <p:sp>
        <p:nvSpPr>
          <p:cNvPr id="447" name="Google Shape;447;p34"/>
          <p:cNvSpPr txBox="1">
            <a:spLocks noGrp="1"/>
          </p:cNvSpPr>
          <p:nvPr>
            <p:ph type="title" idx="5"/>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48" name="Google Shape;448;p34"/>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49" name="Google Shape;449;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hase description - Alt 8">
  <p:cSld name="CUSTOM_8_1_1">
    <p:spTree>
      <p:nvGrpSpPr>
        <p:cNvPr id="1" name="Shape 450"/>
        <p:cNvGrpSpPr/>
        <p:nvPr/>
      </p:nvGrpSpPr>
      <p:grpSpPr>
        <a:xfrm>
          <a:off x="0" y="0"/>
          <a:ext cx="0" cy="0"/>
          <a:chOff x="0" y="0"/>
          <a:chExt cx="0" cy="0"/>
        </a:xfrm>
      </p:grpSpPr>
      <p:sp>
        <p:nvSpPr>
          <p:cNvPr id="451" name="Google Shape;451;p35"/>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52" name="Google Shape;452;p35"/>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53" name="Google Shape;453;p35"/>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grpSp>
        <p:nvGrpSpPr>
          <p:cNvPr id="454" name="Google Shape;454;p35"/>
          <p:cNvGrpSpPr/>
          <p:nvPr/>
        </p:nvGrpSpPr>
        <p:grpSpPr>
          <a:xfrm>
            <a:off x="6324521" y="8900"/>
            <a:ext cx="2848500" cy="6539200"/>
            <a:chOff x="6324521" y="8900"/>
            <a:chExt cx="2848500" cy="6539200"/>
          </a:xfrm>
        </p:grpSpPr>
        <p:sp>
          <p:nvSpPr>
            <p:cNvPr id="455" name="Google Shape;455;p35"/>
            <p:cNvSpPr/>
            <p:nvPr/>
          </p:nvSpPr>
          <p:spPr>
            <a:xfrm rot="10800000">
              <a:off x="6362475" y="8900"/>
              <a:ext cx="2772600" cy="3700500"/>
            </a:xfrm>
            <a:prstGeom prst="round2SameRect">
              <a:avLst>
                <a:gd name="adj1" fmla="val 50000"/>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56" name="Google Shape;456;p35"/>
            <p:cNvSpPr/>
            <p:nvPr/>
          </p:nvSpPr>
          <p:spPr>
            <a:xfrm rot="5400000" flipH="1">
              <a:off x="6319275" y="3734100"/>
              <a:ext cx="2820300" cy="2807700"/>
            </a:xfrm>
            <a:prstGeom prst="pie">
              <a:avLst>
                <a:gd name="adj1" fmla="val 16192689"/>
                <a:gd name="adj2" fmla="val 4945"/>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57" name="Google Shape;457;p35"/>
            <p:cNvSpPr/>
            <p:nvPr/>
          </p:nvSpPr>
          <p:spPr>
            <a:xfrm flipH="1">
              <a:off x="6324521" y="2295469"/>
              <a:ext cx="2848500" cy="2847300"/>
            </a:xfrm>
            <a:prstGeom prst="pie">
              <a:avLst>
                <a:gd name="adj1" fmla="val 21590006"/>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sp>
        <p:nvSpPr>
          <p:cNvPr id="458" name="Google Shape;458;p35"/>
          <p:cNvSpPr txBox="1">
            <a:spLocks noGrp="1"/>
          </p:cNvSpPr>
          <p:nvPr>
            <p:ph type="body" idx="4"/>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59" name="Google Shape;459;p35"/>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a:endParaRPr/>
          </a:p>
        </p:txBody>
      </p:sp>
      <p:sp>
        <p:nvSpPr>
          <p:cNvPr id="460" name="Google Shape;460;p35"/>
          <p:cNvSpPr txBox="1">
            <a:spLocks noGrp="1"/>
          </p:cNvSpPr>
          <p:nvPr>
            <p:ph type="title" idx="5"/>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61" name="Google Shape;461;p35"/>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62" name="Google Shape;462;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ase description - Alt 4">
  <p:cSld name="BLANK_1_1_1_1_1_1_1_1_1_1_1_2_1_1_1">
    <p:spTree>
      <p:nvGrpSpPr>
        <p:cNvPr id="1" name="Shape 463"/>
        <p:cNvGrpSpPr/>
        <p:nvPr/>
      </p:nvGrpSpPr>
      <p:grpSpPr>
        <a:xfrm>
          <a:off x="0" y="0"/>
          <a:ext cx="0" cy="0"/>
          <a:chOff x="0" y="0"/>
          <a:chExt cx="0" cy="0"/>
        </a:xfrm>
      </p:grpSpPr>
      <p:sp>
        <p:nvSpPr>
          <p:cNvPr id="464" name="Google Shape;464;p36"/>
          <p:cNvSpPr/>
          <p:nvPr/>
        </p:nvSpPr>
        <p:spPr>
          <a:xfrm>
            <a:off x="7780000" y="10200"/>
            <a:ext cx="1353900" cy="14175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65" name="Google Shape;465;p36"/>
          <p:cNvSpPr/>
          <p:nvPr/>
        </p:nvSpPr>
        <p:spPr>
          <a:xfrm rot="-5400000">
            <a:off x="4934200" y="10025"/>
            <a:ext cx="2845800" cy="2835600"/>
          </a:xfrm>
          <a:prstGeom prst="pie">
            <a:avLst>
              <a:gd name="adj1" fmla="val 0"/>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66" name="Google Shape;466;p36"/>
          <p:cNvSpPr txBox="1">
            <a:spLocks noGrp="1"/>
          </p:cNvSpPr>
          <p:nvPr>
            <p:ph type="body" idx="1"/>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67" name="Google Shape;467;p36"/>
          <p:cNvSpPr>
            <a:spLocks noGrp="1"/>
          </p:cNvSpPr>
          <p:nvPr>
            <p:ph type="pic" idx="2"/>
          </p:nvPr>
        </p:nvSpPr>
        <p:spPr>
          <a:xfrm>
            <a:off x="6355775" y="1418625"/>
            <a:ext cx="2788200" cy="3725100"/>
          </a:xfrm>
          <a:prstGeom prst="round2DiagRect">
            <a:avLst>
              <a:gd name="adj1" fmla="val 50000"/>
              <a:gd name="adj2" fmla="val 0"/>
            </a:avLst>
          </a:prstGeom>
          <a:noFill/>
          <a:ln>
            <a:noFill/>
          </a:ln>
        </p:spPr>
      </p:sp>
      <p:sp>
        <p:nvSpPr>
          <p:cNvPr id="468" name="Google Shape;468;p36"/>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469" name="Google Shape;469;p36"/>
          <p:cNvSpPr txBox="1">
            <a:spLocks noGrp="1"/>
          </p:cNvSpPr>
          <p:nvPr>
            <p:ph type="title" idx="3"/>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70" name="Google Shape;470;p36"/>
          <p:cNvSpPr txBox="1">
            <a:spLocks noGrp="1"/>
          </p:cNvSpPr>
          <p:nvPr>
            <p:ph type="subTitle" idx="4"/>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71" name="Google Shape;471;p36"/>
          <p:cNvSpPr txBox="1">
            <a:spLocks noGrp="1"/>
          </p:cNvSpPr>
          <p:nvPr>
            <p:ph type="subTitle" idx="5"/>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72" name="Google Shape;472;p36"/>
          <p:cNvSpPr txBox="1">
            <a:spLocks noGrp="1"/>
          </p:cNvSpPr>
          <p:nvPr>
            <p:ph type="subTitle" idx="6"/>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473" name="Google Shape;473;p36"/>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74" name="Google Shape;474;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hase description - Alt 9">
  <p:cSld name="CUSTOM_8_1_1_1">
    <p:spTree>
      <p:nvGrpSpPr>
        <p:cNvPr id="1" name="Shape 475"/>
        <p:cNvGrpSpPr/>
        <p:nvPr/>
      </p:nvGrpSpPr>
      <p:grpSpPr>
        <a:xfrm>
          <a:off x="0" y="0"/>
          <a:ext cx="0" cy="0"/>
          <a:chOff x="0" y="0"/>
          <a:chExt cx="0" cy="0"/>
        </a:xfrm>
      </p:grpSpPr>
      <p:sp>
        <p:nvSpPr>
          <p:cNvPr id="476" name="Google Shape;476;p37"/>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77" name="Google Shape;477;p37"/>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78" name="Google Shape;478;p37"/>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479" name="Google Shape;479;p37"/>
          <p:cNvSpPr/>
          <p:nvPr/>
        </p:nvSpPr>
        <p:spPr>
          <a:xfrm>
            <a:off x="7780000" y="10200"/>
            <a:ext cx="1353900" cy="14175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80" name="Google Shape;480;p37"/>
          <p:cNvSpPr/>
          <p:nvPr/>
        </p:nvSpPr>
        <p:spPr>
          <a:xfrm rot="-5400000">
            <a:off x="4934200" y="10025"/>
            <a:ext cx="2845800" cy="2835600"/>
          </a:xfrm>
          <a:prstGeom prst="pie">
            <a:avLst>
              <a:gd name="adj1" fmla="val 0"/>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81" name="Google Shape;481;p37"/>
          <p:cNvSpPr txBox="1">
            <a:spLocks noGrp="1"/>
          </p:cNvSpPr>
          <p:nvPr>
            <p:ph type="body" idx="4"/>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82" name="Google Shape;482;p37"/>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483" name="Google Shape;483;p37"/>
          <p:cNvSpPr txBox="1">
            <a:spLocks noGrp="1"/>
          </p:cNvSpPr>
          <p:nvPr>
            <p:ph type="title" idx="5"/>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84" name="Google Shape;484;p37"/>
          <p:cNvSpPr/>
          <p:nvPr/>
        </p:nvSpPr>
        <p:spPr>
          <a:xfrm>
            <a:off x="6366275" y="1427825"/>
            <a:ext cx="2768100" cy="3705300"/>
          </a:xfrm>
          <a:prstGeom prst="round2DiagRect">
            <a:avLst>
              <a:gd name="adj1" fmla="val 50000"/>
              <a:gd name="adj2" fmla="val 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85" name="Google Shape;485;p37"/>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86" name="Google Shape;486;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ase description - Alt 5">
  <p:cSld name="CUSTOM_7">
    <p:spTree>
      <p:nvGrpSpPr>
        <p:cNvPr id="1" name="Shape 487"/>
        <p:cNvGrpSpPr/>
        <p:nvPr/>
      </p:nvGrpSpPr>
      <p:grpSpPr>
        <a:xfrm>
          <a:off x="0" y="0"/>
          <a:ext cx="0" cy="0"/>
          <a:chOff x="0" y="0"/>
          <a:chExt cx="0" cy="0"/>
        </a:xfrm>
      </p:grpSpPr>
      <p:sp>
        <p:nvSpPr>
          <p:cNvPr id="488" name="Google Shape;488;p38"/>
          <p:cNvSpPr txBox="1">
            <a:spLocks noGrp="1"/>
          </p:cNvSpPr>
          <p:nvPr>
            <p:ph type="body" idx="1"/>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489" name="Google Shape;489;p38"/>
          <p:cNvSpPr/>
          <p:nvPr/>
        </p:nvSpPr>
        <p:spPr>
          <a:xfrm rot="10800000" flipH="1">
            <a:off x="7069375" y="3760875"/>
            <a:ext cx="1359600" cy="13725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90" name="Google Shape;490;p38"/>
          <p:cNvSpPr/>
          <p:nvPr/>
        </p:nvSpPr>
        <p:spPr>
          <a:xfrm rot="10800000" flipH="1">
            <a:off x="7760700" y="3760875"/>
            <a:ext cx="1372200" cy="13725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91" name="Google Shape;491;p38"/>
          <p:cNvSpPr/>
          <p:nvPr/>
        </p:nvSpPr>
        <p:spPr>
          <a:xfrm>
            <a:off x="6364300" y="3759200"/>
            <a:ext cx="1396500" cy="138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492" name="Google Shape;492;p38"/>
          <p:cNvSpPr>
            <a:spLocks noGrp="1"/>
          </p:cNvSpPr>
          <p:nvPr>
            <p:ph type="pic" idx="2"/>
          </p:nvPr>
        </p:nvSpPr>
        <p:spPr>
          <a:xfrm rot="10800000">
            <a:off x="6364225" y="0"/>
            <a:ext cx="2784600" cy="3775800"/>
          </a:xfrm>
          <a:prstGeom prst="round1Rect">
            <a:avLst>
              <a:gd name="adj" fmla="val 50000"/>
            </a:avLst>
          </a:prstGeom>
          <a:noFill/>
          <a:ln>
            <a:noFill/>
          </a:ln>
        </p:spPr>
      </p:sp>
      <p:sp>
        <p:nvSpPr>
          <p:cNvPr id="493" name="Google Shape;493;p38"/>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494" name="Google Shape;494;p38"/>
          <p:cNvSpPr txBox="1">
            <a:spLocks noGrp="1"/>
          </p:cNvSpPr>
          <p:nvPr>
            <p:ph type="title" idx="3"/>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495" name="Google Shape;495;p38"/>
          <p:cNvSpPr txBox="1">
            <a:spLocks noGrp="1"/>
          </p:cNvSpPr>
          <p:nvPr>
            <p:ph type="subTitle" idx="4"/>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96" name="Google Shape;496;p38"/>
          <p:cNvSpPr txBox="1">
            <a:spLocks noGrp="1"/>
          </p:cNvSpPr>
          <p:nvPr>
            <p:ph type="subTitle" idx="5"/>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497" name="Google Shape;497;p38"/>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498" name="Google Shape;498;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hase description - Alt 10">
  <p:cSld name="CUSTOM_8_1_1_1_1">
    <p:spTree>
      <p:nvGrpSpPr>
        <p:cNvPr id="1" name="Shape 499"/>
        <p:cNvGrpSpPr/>
        <p:nvPr/>
      </p:nvGrpSpPr>
      <p:grpSpPr>
        <a:xfrm>
          <a:off x="0" y="0"/>
          <a:ext cx="0" cy="0"/>
          <a:chOff x="0" y="0"/>
          <a:chExt cx="0" cy="0"/>
        </a:xfrm>
      </p:grpSpPr>
      <p:sp>
        <p:nvSpPr>
          <p:cNvPr id="500" name="Google Shape;500;p39"/>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01" name="Google Shape;501;p39"/>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02" name="Google Shape;502;p39"/>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503" name="Google Shape;503;p39"/>
          <p:cNvSpPr txBox="1">
            <a:spLocks noGrp="1"/>
          </p:cNvSpPr>
          <p:nvPr>
            <p:ph type="body" idx="4"/>
          </p:nvPr>
        </p:nvSpPr>
        <p:spPr>
          <a:xfrm>
            <a:off x="286425" y="2475750"/>
            <a:ext cx="4290600" cy="919200"/>
          </a:xfrm>
          <a:prstGeom prst="rect">
            <a:avLst/>
          </a:prstGeom>
        </p:spPr>
        <p:txBody>
          <a:bodyPr spcFirstLastPara="1" wrap="square" lIns="0" tIns="91425" rIns="91425" bIns="91425" anchor="t" anchorCtr="0">
            <a:normAutofit/>
          </a:bodyPr>
          <a:lstStyle>
            <a:lvl1pPr marL="457200" lvl="0" indent="-311150">
              <a:lnSpc>
                <a:spcPct val="100000"/>
              </a:lnSpc>
              <a:spcBef>
                <a:spcPts val="0"/>
              </a:spcBef>
              <a:spcAft>
                <a:spcPts val="0"/>
              </a:spcAft>
              <a:buSzPts val="1300"/>
              <a:buChar char="●"/>
              <a:defRPr/>
            </a:lvl1pPr>
            <a:lvl2pPr marL="914400" lvl="1" indent="-298450">
              <a:lnSpc>
                <a:spcPct val="100000"/>
              </a:lnSpc>
              <a:spcBef>
                <a:spcPts val="0"/>
              </a:spcBef>
              <a:spcAft>
                <a:spcPts val="0"/>
              </a:spcAft>
              <a:buSzPts val="1100"/>
              <a:buChar char="○"/>
              <a:defRPr/>
            </a:lvl2pPr>
            <a:lvl3pPr marL="1371600" lvl="2" indent="-298450">
              <a:lnSpc>
                <a:spcPct val="100000"/>
              </a:lnSpc>
              <a:spcBef>
                <a:spcPts val="0"/>
              </a:spcBef>
              <a:spcAft>
                <a:spcPts val="0"/>
              </a:spcAft>
              <a:buSzPts val="1100"/>
              <a:buChar char="■"/>
              <a:defRPr/>
            </a:lvl3pPr>
            <a:lvl4pPr marL="1828800" lvl="3" indent="-298450">
              <a:lnSpc>
                <a:spcPct val="100000"/>
              </a:lnSpc>
              <a:spcBef>
                <a:spcPts val="0"/>
              </a:spcBef>
              <a:spcAft>
                <a:spcPts val="0"/>
              </a:spcAft>
              <a:buSzPts val="1100"/>
              <a:buChar char="●"/>
              <a:defRPr/>
            </a:lvl4pPr>
            <a:lvl5pPr marL="2286000" lvl="4" indent="-298450">
              <a:lnSpc>
                <a:spcPct val="100000"/>
              </a:lnSpc>
              <a:spcBef>
                <a:spcPts val="0"/>
              </a:spcBef>
              <a:spcAft>
                <a:spcPts val="0"/>
              </a:spcAft>
              <a:buSzPts val="1100"/>
              <a:buChar char="○"/>
              <a:defRPr/>
            </a:lvl5pPr>
            <a:lvl6pPr marL="2743200" lvl="5" indent="-298450">
              <a:lnSpc>
                <a:spcPct val="100000"/>
              </a:lnSpc>
              <a:spcBef>
                <a:spcPts val="0"/>
              </a:spcBef>
              <a:spcAft>
                <a:spcPts val="0"/>
              </a:spcAft>
              <a:buSzPts val="1100"/>
              <a:buChar char="■"/>
              <a:defRPr/>
            </a:lvl6pPr>
            <a:lvl7pPr marL="3200400" lvl="6" indent="-298450">
              <a:lnSpc>
                <a:spcPct val="100000"/>
              </a:lnSpc>
              <a:spcBef>
                <a:spcPts val="0"/>
              </a:spcBef>
              <a:spcAft>
                <a:spcPts val="0"/>
              </a:spcAft>
              <a:buSzPts val="1100"/>
              <a:buChar char="●"/>
              <a:defRPr/>
            </a:lvl7pPr>
            <a:lvl8pPr marL="3657600" lvl="7" indent="-298450">
              <a:lnSpc>
                <a:spcPct val="100000"/>
              </a:lnSpc>
              <a:spcBef>
                <a:spcPts val="0"/>
              </a:spcBef>
              <a:spcAft>
                <a:spcPts val="0"/>
              </a:spcAft>
              <a:buSzPts val="1100"/>
              <a:buChar char="○"/>
              <a:defRPr/>
            </a:lvl8pPr>
            <a:lvl9pPr marL="4114800" lvl="8" indent="-298450">
              <a:lnSpc>
                <a:spcPct val="100000"/>
              </a:lnSpc>
              <a:spcBef>
                <a:spcPts val="0"/>
              </a:spcBef>
              <a:spcAft>
                <a:spcPts val="0"/>
              </a:spcAft>
              <a:buSzPts val="1100"/>
              <a:buChar char="■"/>
              <a:defRPr/>
            </a:lvl9pPr>
          </a:lstStyle>
          <a:p>
            <a:endParaRPr/>
          </a:p>
        </p:txBody>
      </p:sp>
      <p:sp>
        <p:nvSpPr>
          <p:cNvPr id="504" name="Google Shape;504;p39"/>
          <p:cNvSpPr/>
          <p:nvPr/>
        </p:nvSpPr>
        <p:spPr>
          <a:xfrm rot="10800000" flipH="1">
            <a:off x="7069375" y="3773775"/>
            <a:ext cx="1359600" cy="13596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05" name="Google Shape;505;p39"/>
          <p:cNvSpPr/>
          <p:nvPr/>
        </p:nvSpPr>
        <p:spPr>
          <a:xfrm rot="10800000" flipH="1">
            <a:off x="7760700" y="3773775"/>
            <a:ext cx="1372200" cy="1359600"/>
          </a:xfrm>
          <a:prstGeom prst="pie">
            <a:avLst>
              <a:gd name="adj1" fmla="val 16192689"/>
              <a:gd name="adj2" fmla="val 5408708"/>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06" name="Google Shape;506;p39"/>
          <p:cNvSpPr/>
          <p:nvPr/>
        </p:nvSpPr>
        <p:spPr>
          <a:xfrm>
            <a:off x="6364300" y="3759200"/>
            <a:ext cx="1396500" cy="138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07" name="Google Shape;507;p39"/>
          <p:cNvSpPr txBox="1">
            <a:spLocks noGrp="1"/>
          </p:cNvSpPr>
          <p:nvPr>
            <p:ph type="title"/>
          </p:nvPr>
        </p:nvSpPr>
        <p:spPr>
          <a:xfrm>
            <a:off x="284700" y="919249"/>
            <a:ext cx="5622600" cy="813900"/>
          </a:xfrm>
          <a:prstGeom prst="rect">
            <a:avLst/>
          </a:prstGeom>
        </p:spPr>
        <p:txBody>
          <a:bodyPr spcFirstLastPara="1" wrap="square" lIns="0" tIns="91425" rIns="91425" bIns="0" anchor="b" anchorCtr="0">
            <a:norm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508" name="Google Shape;508;p39"/>
          <p:cNvSpPr txBox="1">
            <a:spLocks noGrp="1"/>
          </p:cNvSpPr>
          <p:nvPr>
            <p:ph type="title" idx="5"/>
          </p:nvPr>
        </p:nvSpPr>
        <p:spPr>
          <a:xfrm>
            <a:off x="284700" y="1692899"/>
            <a:ext cx="5622600" cy="813900"/>
          </a:xfrm>
          <a:prstGeom prst="rect">
            <a:avLst/>
          </a:prstGeom>
        </p:spPr>
        <p:txBody>
          <a:bodyPr spcFirstLastPara="1" wrap="square" lIns="0" tIns="91425" rIns="91425" bIns="0" anchor="t" anchorCtr="0">
            <a:norm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a:endParaRPr/>
          </a:p>
        </p:txBody>
      </p:sp>
      <p:sp>
        <p:nvSpPr>
          <p:cNvPr id="509" name="Google Shape;509;p39"/>
          <p:cNvSpPr/>
          <p:nvPr/>
        </p:nvSpPr>
        <p:spPr>
          <a:xfrm rot="10800000">
            <a:off x="6377600" y="8800"/>
            <a:ext cx="2758800" cy="3754200"/>
          </a:xfrm>
          <a:prstGeom prst="round1Rect">
            <a:avLst>
              <a:gd name="adj" fmla="val 50000"/>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0" name="Google Shape;510;p39"/>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11" name="Google Shape;511;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Key learnings">
  <p:cSld name="CUSTOM_9">
    <p:spTree>
      <p:nvGrpSpPr>
        <p:cNvPr id="1" name="Shape 512"/>
        <p:cNvGrpSpPr/>
        <p:nvPr/>
      </p:nvGrpSpPr>
      <p:grpSpPr>
        <a:xfrm>
          <a:off x="0" y="0"/>
          <a:ext cx="0" cy="0"/>
          <a:chOff x="0" y="0"/>
          <a:chExt cx="0" cy="0"/>
        </a:xfrm>
      </p:grpSpPr>
      <p:sp>
        <p:nvSpPr>
          <p:cNvPr id="513" name="Google Shape;513;p40"/>
          <p:cNvSpPr/>
          <p:nvPr/>
        </p:nvSpPr>
        <p:spPr>
          <a:xfrm rot="5400000" flipH="1">
            <a:off x="5052850" y="1254650"/>
            <a:ext cx="291900" cy="2919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4" name="Google Shape;514;p40"/>
          <p:cNvSpPr/>
          <p:nvPr/>
        </p:nvSpPr>
        <p:spPr>
          <a:xfrm flipH="1">
            <a:off x="25" y="2692075"/>
            <a:ext cx="1709400" cy="1625700"/>
          </a:xfrm>
          <a:prstGeom prst="pie">
            <a:avLst>
              <a:gd name="adj1" fmla="val 0"/>
              <a:gd name="adj2" fmla="val 540870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5" name="Google Shape;515;p40"/>
          <p:cNvSpPr/>
          <p:nvPr/>
        </p:nvSpPr>
        <p:spPr>
          <a:xfrm rot="5400000" flipH="1">
            <a:off x="851875" y="3504787"/>
            <a:ext cx="1625700" cy="1620300"/>
          </a:xfrm>
          <a:prstGeom prst="pie">
            <a:avLst>
              <a:gd name="adj1" fmla="val 0"/>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6" name="Google Shape;516;p40"/>
          <p:cNvSpPr/>
          <p:nvPr/>
        </p:nvSpPr>
        <p:spPr>
          <a:xfrm rot="-5400000" flipH="1">
            <a:off x="-125" y="3483026"/>
            <a:ext cx="1665300" cy="1665300"/>
          </a:xfrm>
          <a:prstGeom prst="pie">
            <a:avLst>
              <a:gd name="adj1" fmla="val 16192689"/>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7" name="Google Shape;517;p40"/>
          <p:cNvSpPr/>
          <p:nvPr/>
        </p:nvSpPr>
        <p:spPr>
          <a:xfrm rot="5400000" flipH="1">
            <a:off x="5052850" y="2554039"/>
            <a:ext cx="291900" cy="2919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8" name="Google Shape;518;p40"/>
          <p:cNvSpPr/>
          <p:nvPr/>
        </p:nvSpPr>
        <p:spPr>
          <a:xfrm rot="5400000" flipH="1">
            <a:off x="5052850" y="3858733"/>
            <a:ext cx="291900" cy="291900"/>
          </a:xfrm>
          <a:prstGeom prst="pie">
            <a:avLst>
              <a:gd name="adj1" fmla="val 16192689"/>
              <a:gd name="adj2" fmla="val 540870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19" name="Google Shape;519;p40"/>
          <p:cNvSpPr txBox="1">
            <a:spLocks noGrp="1"/>
          </p:cNvSpPr>
          <p:nvPr>
            <p:ph type="title"/>
          </p:nvPr>
        </p:nvSpPr>
        <p:spPr>
          <a:xfrm>
            <a:off x="283475" y="1790498"/>
            <a:ext cx="3162600" cy="905100"/>
          </a:xfrm>
          <a:prstGeom prst="rect">
            <a:avLst/>
          </a:prstGeom>
        </p:spPr>
        <p:txBody>
          <a:bodyPr spcFirstLastPara="1" wrap="square" lIns="91425" tIns="91425" rIns="91425" bIns="91425" anchor="b" anchorCtr="0">
            <a:norm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a:endParaRPr/>
          </a:p>
        </p:txBody>
      </p:sp>
      <p:sp>
        <p:nvSpPr>
          <p:cNvPr id="520" name="Google Shape;520;p40"/>
          <p:cNvSpPr txBox="1">
            <a:spLocks noGrp="1"/>
          </p:cNvSpPr>
          <p:nvPr>
            <p:ph type="subTitle" idx="1"/>
          </p:nvPr>
        </p:nvSpPr>
        <p:spPr>
          <a:xfrm>
            <a:off x="5052850" y="703626"/>
            <a:ext cx="1970400" cy="466800"/>
          </a:xfrm>
          <a:prstGeom prst="rect">
            <a:avLst/>
          </a:prstGeom>
        </p:spPr>
        <p:txBody>
          <a:bodyPr spcFirstLastPara="1" wrap="square" lIns="0" tIns="91425" rIns="91425" bIns="0"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521" name="Google Shape;521;p40"/>
          <p:cNvSpPr txBox="1">
            <a:spLocks noGrp="1"/>
          </p:cNvSpPr>
          <p:nvPr>
            <p:ph type="subTitle" idx="2"/>
          </p:nvPr>
        </p:nvSpPr>
        <p:spPr>
          <a:xfrm>
            <a:off x="5052850" y="1447600"/>
            <a:ext cx="2403600" cy="547200"/>
          </a:xfrm>
          <a:prstGeom prst="rect">
            <a:avLst/>
          </a:prstGeom>
        </p:spPr>
        <p:txBody>
          <a:bodyPr spcFirstLastPara="1" wrap="square" lIns="0" tIns="91425" rIns="91425" bIns="91425" anchor="t" anchorCtr="0">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522" name="Google Shape;522;p40"/>
          <p:cNvSpPr txBox="1">
            <a:spLocks noGrp="1"/>
          </p:cNvSpPr>
          <p:nvPr>
            <p:ph type="subTitle" idx="3"/>
          </p:nvPr>
        </p:nvSpPr>
        <p:spPr>
          <a:xfrm>
            <a:off x="5052850" y="2006687"/>
            <a:ext cx="1970400" cy="466800"/>
          </a:xfrm>
          <a:prstGeom prst="rect">
            <a:avLst/>
          </a:prstGeom>
        </p:spPr>
        <p:txBody>
          <a:bodyPr spcFirstLastPara="1" wrap="square" lIns="0" tIns="91425" rIns="91425" bIns="0"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523" name="Google Shape;523;p40"/>
          <p:cNvSpPr txBox="1">
            <a:spLocks noGrp="1"/>
          </p:cNvSpPr>
          <p:nvPr>
            <p:ph type="subTitle" idx="4"/>
          </p:nvPr>
        </p:nvSpPr>
        <p:spPr>
          <a:xfrm>
            <a:off x="5052850" y="2750664"/>
            <a:ext cx="2403600" cy="547200"/>
          </a:xfrm>
          <a:prstGeom prst="rect">
            <a:avLst/>
          </a:prstGeom>
        </p:spPr>
        <p:txBody>
          <a:bodyPr spcFirstLastPara="1" wrap="square" lIns="0" tIns="91425" rIns="91425" bIns="91425" anchor="t" anchorCtr="0">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524" name="Google Shape;524;p40"/>
          <p:cNvSpPr txBox="1">
            <a:spLocks noGrp="1"/>
          </p:cNvSpPr>
          <p:nvPr>
            <p:ph type="subTitle" idx="5"/>
          </p:nvPr>
        </p:nvSpPr>
        <p:spPr>
          <a:xfrm>
            <a:off x="5052850" y="3310695"/>
            <a:ext cx="1970400" cy="466800"/>
          </a:xfrm>
          <a:prstGeom prst="rect">
            <a:avLst/>
          </a:prstGeom>
        </p:spPr>
        <p:txBody>
          <a:bodyPr spcFirstLastPara="1" wrap="square" lIns="0" tIns="91425" rIns="91425" bIns="0" anchor="b" anchorCtr="0">
            <a:noAutofit/>
          </a:bodyPr>
          <a:lstStyle>
            <a:lvl1pPr lvl="0">
              <a:spcBef>
                <a:spcPts val="0"/>
              </a:spcBef>
              <a:spcAft>
                <a:spcPts val="0"/>
              </a:spcAft>
              <a:buSzPts val="1100"/>
              <a:buFont typeface="Poppins"/>
              <a:buNone/>
              <a:defRPr sz="1100" b="1">
                <a:latin typeface="Poppins"/>
                <a:ea typeface="Poppins"/>
                <a:cs typeface="Poppins"/>
                <a:sym typeface="Poppins"/>
              </a:defRPr>
            </a:lvl1pPr>
            <a:lvl2pPr lvl="1">
              <a:spcBef>
                <a:spcPts val="0"/>
              </a:spcBef>
              <a:spcAft>
                <a:spcPts val="0"/>
              </a:spcAft>
              <a:buSzPts val="1100"/>
              <a:buFont typeface="Poppins"/>
              <a:buNone/>
              <a:defRPr sz="1100" b="1">
                <a:latin typeface="Poppins"/>
                <a:ea typeface="Poppins"/>
                <a:cs typeface="Poppins"/>
                <a:sym typeface="Poppins"/>
              </a:defRPr>
            </a:lvl2pPr>
            <a:lvl3pPr lvl="2">
              <a:spcBef>
                <a:spcPts val="0"/>
              </a:spcBef>
              <a:spcAft>
                <a:spcPts val="0"/>
              </a:spcAft>
              <a:buSzPts val="1100"/>
              <a:buFont typeface="Poppins"/>
              <a:buNone/>
              <a:defRPr sz="1100" b="1">
                <a:latin typeface="Poppins"/>
                <a:ea typeface="Poppins"/>
                <a:cs typeface="Poppins"/>
                <a:sym typeface="Poppins"/>
              </a:defRPr>
            </a:lvl3pPr>
            <a:lvl4pPr lvl="3">
              <a:spcBef>
                <a:spcPts val="0"/>
              </a:spcBef>
              <a:spcAft>
                <a:spcPts val="0"/>
              </a:spcAft>
              <a:buSzPts val="1100"/>
              <a:buFont typeface="Poppins"/>
              <a:buNone/>
              <a:defRPr sz="1100" b="1">
                <a:latin typeface="Poppins"/>
                <a:ea typeface="Poppins"/>
                <a:cs typeface="Poppins"/>
                <a:sym typeface="Poppins"/>
              </a:defRPr>
            </a:lvl4pPr>
            <a:lvl5pPr lvl="4">
              <a:spcBef>
                <a:spcPts val="0"/>
              </a:spcBef>
              <a:spcAft>
                <a:spcPts val="0"/>
              </a:spcAft>
              <a:buSzPts val="1100"/>
              <a:buFont typeface="Poppins"/>
              <a:buNone/>
              <a:defRPr sz="1100" b="1">
                <a:latin typeface="Poppins"/>
                <a:ea typeface="Poppins"/>
                <a:cs typeface="Poppins"/>
                <a:sym typeface="Poppins"/>
              </a:defRPr>
            </a:lvl5pPr>
            <a:lvl6pPr lvl="5">
              <a:spcBef>
                <a:spcPts val="0"/>
              </a:spcBef>
              <a:spcAft>
                <a:spcPts val="0"/>
              </a:spcAft>
              <a:buSzPts val="1100"/>
              <a:buFont typeface="Poppins"/>
              <a:buNone/>
              <a:defRPr sz="1100" b="1">
                <a:latin typeface="Poppins"/>
                <a:ea typeface="Poppins"/>
                <a:cs typeface="Poppins"/>
                <a:sym typeface="Poppins"/>
              </a:defRPr>
            </a:lvl6pPr>
            <a:lvl7pPr lvl="6">
              <a:spcBef>
                <a:spcPts val="0"/>
              </a:spcBef>
              <a:spcAft>
                <a:spcPts val="0"/>
              </a:spcAft>
              <a:buSzPts val="1100"/>
              <a:buFont typeface="Poppins"/>
              <a:buNone/>
              <a:defRPr sz="1100" b="1">
                <a:latin typeface="Poppins"/>
                <a:ea typeface="Poppins"/>
                <a:cs typeface="Poppins"/>
                <a:sym typeface="Poppins"/>
              </a:defRPr>
            </a:lvl7pPr>
            <a:lvl8pPr lvl="7">
              <a:spcBef>
                <a:spcPts val="0"/>
              </a:spcBef>
              <a:spcAft>
                <a:spcPts val="0"/>
              </a:spcAft>
              <a:buSzPts val="1100"/>
              <a:buFont typeface="Poppins"/>
              <a:buNone/>
              <a:defRPr sz="1100" b="1">
                <a:latin typeface="Poppins"/>
                <a:ea typeface="Poppins"/>
                <a:cs typeface="Poppins"/>
                <a:sym typeface="Poppins"/>
              </a:defRPr>
            </a:lvl8pPr>
            <a:lvl9pPr lvl="8">
              <a:spcBef>
                <a:spcPts val="0"/>
              </a:spcBef>
              <a:spcAft>
                <a:spcPts val="0"/>
              </a:spcAft>
              <a:buSzPts val="1100"/>
              <a:buFont typeface="Poppins"/>
              <a:buNone/>
              <a:defRPr sz="1100" b="1">
                <a:latin typeface="Poppins"/>
                <a:ea typeface="Poppins"/>
                <a:cs typeface="Poppins"/>
                <a:sym typeface="Poppins"/>
              </a:defRPr>
            </a:lvl9pPr>
          </a:lstStyle>
          <a:p>
            <a:endParaRPr/>
          </a:p>
        </p:txBody>
      </p:sp>
      <p:sp>
        <p:nvSpPr>
          <p:cNvPr id="525" name="Google Shape;525;p40"/>
          <p:cNvSpPr txBox="1">
            <a:spLocks noGrp="1"/>
          </p:cNvSpPr>
          <p:nvPr>
            <p:ph type="subTitle" idx="6"/>
          </p:nvPr>
        </p:nvSpPr>
        <p:spPr>
          <a:xfrm>
            <a:off x="5052850" y="4054675"/>
            <a:ext cx="2403600" cy="547200"/>
          </a:xfrm>
          <a:prstGeom prst="rect">
            <a:avLst/>
          </a:prstGeom>
        </p:spPr>
        <p:txBody>
          <a:bodyPr spcFirstLastPara="1" wrap="square" lIns="0" tIns="91425" rIns="91425" bIns="91425" anchor="t" anchorCtr="0">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a:endParaRPr/>
          </a:p>
        </p:txBody>
      </p:sp>
      <p:sp>
        <p:nvSpPr>
          <p:cNvPr id="526" name="Google Shape;526;p40"/>
          <p:cNvSpPr txBox="1">
            <a:spLocks noGrp="1"/>
          </p:cNvSpPr>
          <p:nvPr>
            <p:ph type="subTitle" idx="7"/>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27" name="Google Shape;527;p40"/>
          <p:cNvSpPr txBox="1">
            <a:spLocks noGrp="1"/>
          </p:cNvSpPr>
          <p:nvPr>
            <p:ph type="subTitle" idx="8"/>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28" name="Google Shape;528;p40"/>
          <p:cNvSpPr txBox="1">
            <a:spLocks noGrp="1"/>
          </p:cNvSpPr>
          <p:nvPr>
            <p:ph type="subTitle" idx="9"/>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529" name="Google Shape;529;p40"/>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30" name="Google Shape;530;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mall title only">
  <p:cSld name="TITLE_1_1_4_2">
    <p:spTree>
      <p:nvGrpSpPr>
        <p:cNvPr id="1" name="Shape 531"/>
        <p:cNvGrpSpPr/>
        <p:nvPr/>
      </p:nvGrpSpPr>
      <p:grpSpPr>
        <a:xfrm>
          <a:off x="0" y="0"/>
          <a:ext cx="0" cy="0"/>
          <a:chOff x="0" y="0"/>
          <a:chExt cx="0" cy="0"/>
        </a:xfrm>
      </p:grpSpPr>
      <p:sp>
        <p:nvSpPr>
          <p:cNvPr id="532" name="Google Shape;532;p41"/>
          <p:cNvSpPr txBox="1">
            <a:spLocks noGrp="1"/>
          </p:cNvSpPr>
          <p:nvPr>
            <p:ph type="title"/>
          </p:nvPr>
        </p:nvSpPr>
        <p:spPr>
          <a:xfrm>
            <a:off x="283475" y="300013"/>
            <a:ext cx="4382400" cy="433800"/>
          </a:xfrm>
          <a:prstGeom prst="rect">
            <a:avLst/>
          </a:prstGeom>
        </p:spPr>
        <p:txBody>
          <a:bodyPr spcFirstLastPara="1" wrap="square" lIns="91425" tIns="91425" rIns="91425" bIns="91425" anchor="b" anchorCtr="0">
            <a:norm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a:endParaRPr/>
          </a:p>
        </p:txBody>
      </p:sp>
      <p:sp>
        <p:nvSpPr>
          <p:cNvPr id="533" name="Google Shape;533;p41"/>
          <p:cNvSpPr txBox="1">
            <a:spLocks noGrp="1"/>
          </p:cNvSpPr>
          <p:nvPr>
            <p:ph type="subTitle" idx="1"/>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34" name="Google Shape;534;p41"/>
          <p:cNvSpPr txBox="1">
            <a:spLocks noGrp="1"/>
          </p:cNvSpPr>
          <p:nvPr>
            <p:ph type="subTitle" idx="2"/>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35" name="Google Shape;535;p41"/>
          <p:cNvSpPr txBox="1">
            <a:spLocks noGrp="1"/>
          </p:cNvSpPr>
          <p:nvPr>
            <p:ph type="subTitle" idx="3"/>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536" name="Google Shape;536;p41"/>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37" name="Google Shape;537;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s 1">
  <p:cSld name="BLANK_1_1_1_1_1_1_1_1_2">
    <p:spTree>
      <p:nvGrpSpPr>
        <p:cNvPr id="1" name="Shape 538"/>
        <p:cNvGrpSpPr/>
        <p:nvPr/>
      </p:nvGrpSpPr>
      <p:grpSpPr>
        <a:xfrm>
          <a:off x="0" y="0"/>
          <a:ext cx="0" cy="0"/>
          <a:chOff x="0" y="0"/>
          <a:chExt cx="0" cy="0"/>
        </a:xfrm>
      </p:grpSpPr>
      <p:sp>
        <p:nvSpPr>
          <p:cNvPr id="539" name="Google Shape;539;p42"/>
          <p:cNvSpPr txBox="1">
            <a:spLocks noGrp="1"/>
          </p:cNvSpPr>
          <p:nvPr>
            <p:ph type="body" idx="1"/>
          </p:nvPr>
        </p:nvSpPr>
        <p:spPr>
          <a:xfrm>
            <a:off x="379650" y="3500000"/>
            <a:ext cx="1389300" cy="919200"/>
          </a:xfrm>
          <a:prstGeom prst="rect">
            <a:avLst/>
          </a:prstGeom>
        </p:spPr>
        <p:txBody>
          <a:bodyPr spcFirstLastPara="1" wrap="square" lIns="0" tIns="91425" rIns="91425" bIns="91425"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sz="1000"/>
            </a:lvl3pPr>
            <a:lvl4pPr marL="1828800" lvl="3" indent="-292100">
              <a:lnSpc>
                <a:spcPct val="100000"/>
              </a:lnSpc>
              <a:spcBef>
                <a:spcPts val="0"/>
              </a:spcBef>
              <a:spcAft>
                <a:spcPts val="0"/>
              </a:spcAft>
              <a:buSzPts val="1000"/>
              <a:buChar char="●"/>
              <a:defRPr sz="1000"/>
            </a:lvl4pPr>
            <a:lvl5pPr marL="2286000" lvl="4" indent="-292100">
              <a:lnSpc>
                <a:spcPct val="100000"/>
              </a:lnSpc>
              <a:spcBef>
                <a:spcPts val="0"/>
              </a:spcBef>
              <a:spcAft>
                <a:spcPts val="0"/>
              </a:spcAft>
              <a:buSzPts val="1000"/>
              <a:buChar char="○"/>
              <a:defRPr sz="1000"/>
            </a:lvl5pPr>
            <a:lvl6pPr marL="2743200" lvl="5" indent="-292100">
              <a:lnSpc>
                <a:spcPct val="100000"/>
              </a:lnSpc>
              <a:spcBef>
                <a:spcPts val="0"/>
              </a:spcBef>
              <a:spcAft>
                <a:spcPts val="0"/>
              </a:spcAft>
              <a:buSzPts val="1000"/>
              <a:buChar char="■"/>
              <a:defRPr sz="1000"/>
            </a:lvl6pPr>
            <a:lvl7pPr marL="3200400" lvl="6" indent="-292100">
              <a:lnSpc>
                <a:spcPct val="100000"/>
              </a:lnSpc>
              <a:spcBef>
                <a:spcPts val="0"/>
              </a:spcBef>
              <a:spcAft>
                <a:spcPts val="0"/>
              </a:spcAft>
              <a:buSzPts val="1000"/>
              <a:buChar char="●"/>
              <a:defRPr sz="1000"/>
            </a:lvl7pPr>
            <a:lvl8pPr marL="3657600" lvl="7" indent="-292100">
              <a:lnSpc>
                <a:spcPct val="100000"/>
              </a:lnSpc>
              <a:spcBef>
                <a:spcPts val="0"/>
              </a:spcBef>
              <a:spcAft>
                <a:spcPts val="0"/>
              </a:spcAft>
              <a:buSzPts val="1000"/>
              <a:buChar char="○"/>
              <a:defRPr sz="1000"/>
            </a:lvl8pPr>
            <a:lvl9pPr marL="4114800" lvl="8" indent="-292100">
              <a:lnSpc>
                <a:spcPct val="100000"/>
              </a:lnSpc>
              <a:spcBef>
                <a:spcPts val="0"/>
              </a:spcBef>
              <a:spcAft>
                <a:spcPts val="0"/>
              </a:spcAft>
              <a:buSzPts val="1000"/>
              <a:buChar char="■"/>
              <a:defRPr sz="1000"/>
            </a:lvl9pPr>
          </a:lstStyle>
          <a:p>
            <a:endParaRPr/>
          </a:p>
        </p:txBody>
      </p:sp>
      <p:sp>
        <p:nvSpPr>
          <p:cNvPr id="540" name="Google Shape;540;p42"/>
          <p:cNvSpPr txBox="1">
            <a:spLocks noGrp="1"/>
          </p:cNvSpPr>
          <p:nvPr>
            <p:ph type="body" idx="2"/>
          </p:nvPr>
        </p:nvSpPr>
        <p:spPr>
          <a:xfrm>
            <a:off x="2255275" y="3500000"/>
            <a:ext cx="1389300" cy="919200"/>
          </a:xfrm>
          <a:prstGeom prst="rect">
            <a:avLst/>
          </a:prstGeom>
        </p:spPr>
        <p:txBody>
          <a:bodyPr spcFirstLastPara="1" wrap="square" lIns="0" tIns="91425" rIns="91425" bIns="91425"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sz="1000"/>
            </a:lvl3pPr>
            <a:lvl4pPr marL="1828800" lvl="3" indent="-292100">
              <a:lnSpc>
                <a:spcPct val="100000"/>
              </a:lnSpc>
              <a:spcBef>
                <a:spcPts val="0"/>
              </a:spcBef>
              <a:spcAft>
                <a:spcPts val="0"/>
              </a:spcAft>
              <a:buSzPts val="1000"/>
              <a:buChar char="●"/>
              <a:defRPr sz="1000"/>
            </a:lvl4pPr>
            <a:lvl5pPr marL="2286000" lvl="4" indent="-292100">
              <a:lnSpc>
                <a:spcPct val="100000"/>
              </a:lnSpc>
              <a:spcBef>
                <a:spcPts val="0"/>
              </a:spcBef>
              <a:spcAft>
                <a:spcPts val="0"/>
              </a:spcAft>
              <a:buSzPts val="1000"/>
              <a:buChar char="○"/>
              <a:defRPr sz="1000"/>
            </a:lvl5pPr>
            <a:lvl6pPr marL="2743200" lvl="5" indent="-292100">
              <a:lnSpc>
                <a:spcPct val="100000"/>
              </a:lnSpc>
              <a:spcBef>
                <a:spcPts val="0"/>
              </a:spcBef>
              <a:spcAft>
                <a:spcPts val="0"/>
              </a:spcAft>
              <a:buSzPts val="1000"/>
              <a:buChar char="■"/>
              <a:defRPr sz="1000"/>
            </a:lvl6pPr>
            <a:lvl7pPr marL="3200400" lvl="6" indent="-292100">
              <a:lnSpc>
                <a:spcPct val="100000"/>
              </a:lnSpc>
              <a:spcBef>
                <a:spcPts val="0"/>
              </a:spcBef>
              <a:spcAft>
                <a:spcPts val="0"/>
              </a:spcAft>
              <a:buSzPts val="1000"/>
              <a:buChar char="●"/>
              <a:defRPr sz="1000"/>
            </a:lvl7pPr>
            <a:lvl8pPr marL="3657600" lvl="7" indent="-292100">
              <a:lnSpc>
                <a:spcPct val="100000"/>
              </a:lnSpc>
              <a:spcBef>
                <a:spcPts val="0"/>
              </a:spcBef>
              <a:spcAft>
                <a:spcPts val="0"/>
              </a:spcAft>
              <a:buSzPts val="1000"/>
              <a:buChar char="○"/>
              <a:defRPr sz="1000"/>
            </a:lvl8pPr>
            <a:lvl9pPr marL="4114800" lvl="8" indent="-292100">
              <a:lnSpc>
                <a:spcPct val="100000"/>
              </a:lnSpc>
              <a:spcBef>
                <a:spcPts val="0"/>
              </a:spcBef>
              <a:spcAft>
                <a:spcPts val="0"/>
              </a:spcAft>
              <a:buSzPts val="1000"/>
              <a:buChar char="■"/>
              <a:defRPr sz="1000"/>
            </a:lvl9pPr>
          </a:lstStyle>
          <a:p>
            <a:endParaRPr/>
          </a:p>
        </p:txBody>
      </p:sp>
      <p:sp>
        <p:nvSpPr>
          <p:cNvPr id="541" name="Google Shape;541;p42"/>
          <p:cNvSpPr txBox="1">
            <a:spLocks noGrp="1"/>
          </p:cNvSpPr>
          <p:nvPr>
            <p:ph type="body" idx="3"/>
          </p:nvPr>
        </p:nvSpPr>
        <p:spPr>
          <a:xfrm>
            <a:off x="4130900" y="3500000"/>
            <a:ext cx="1389300" cy="919200"/>
          </a:xfrm>
          <a:prstGeom prst="rect">
            <a:avLst/>
          </a:prstGeom>
        </p:spPr>
        <p:txBody>
          <a:bodyPr spcFirstLastPara="1" wrap="square" lIns="0" tIns="91425" rIns="91425" bIns="91425"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sz="1000"/>
            </a:lvl3pPr>
            <a:lvl4pPr marL="1828800" lvl="3" indent="-292100">
              <a:lnSpc>
                <a:spcPct val="100000"/>
              </a:lnSpc>
              <a:spcBef>
                <a:spcPts val="0"/>
              </a:spcBef>
              <a:spcAft>
                <a:spcPts val="0"/>
              </a:spcAft>
              <a:buSzPts val="1000"/>
              <a:buChar char="●"/>
              <a:defRPr sz="1000"/>
            </a:lvl4pPr>
            <a:lvl5pPr marL="2286000" lvl="4" indent="-292100">
              <a:lnSpc>
                <a:spcPct val="100000"/>
              </a:lnSpc>
              <a:spcBef>
                <a:spcPts val="0"/>
              </a:spcBef>
              <a:spcAft>
                <a:spcPts val="0"/>
              </a:spcAft>
              <a:buSzPts val="1000"/>
              <a:buChar char="○"/>
              <a:defRPr sz="1000"/>
            </a:lvl5pPr>
            <a:lvl6pPr marL="2743200" lvl="5" indent="-292100">
              <a:lnSpc>
                <a:spcPct val="100000"/>
              </a:lnSpc>
              <a:spcBef>
                <a:spcPts val="0"/>
              </a:spcBef>
              <a:spcAft>
                <a:spcPts val="0"/>
              </a:spcAft>
              <a:buSzPts val="1000"/>
              <a:buChar char="■"/>
              <a:defRPr sz="1000"/>
            </a:lvl6pPr>
            <a:lvl7pPr marL="3200400" lvl="6" indent="-292100">
              <a:lnSpc>
                <a:spcPct val="100000"/>
              </a:lnSpc>
              <a:spcBef>
                <a:spcPts val="0"/>
              </a:spcBef>
              <a:spcAft>
                <a:spcPts val="0"/>
              </a:spcAft>
              <a:buSzPts val="1000"/>
              <a:buChar char="●"/>
              <a:defRPr sz="1000"/>
            </a:lvl7pPr>
            <a:lvl8pPr marL="3657600" lvl="7" indent="-292100">
              <a:lnSpc>
                <a:spcPct val="100000"/>
              </a:lnSpc>
              <a:spcBef>
                <a:spcPts val="0"/>
              </a:spcBef>
              <a:spcAft>
                <a:spcPts val="0"/>
              </a:spcAft>
              <a:buSzPts val="1000"/>
              <a:buChar char="○"/>
              <a:defRPr sz="1000"/>
            </a:lvl8pPr>
            <a:lvl9pPr marL="4114800" lvl="8" indent="-292100">
              <a:lnSpc>
                <a:spcPct val="100000"/>
              </a:lnSpc>
              <a:spcBef>
                <a:spcPts val="0"/>
              </a:spcBef>
              <a:spcAft>
                <a:spcPts val="0"/>
              </a:spcAft>
              <a:buSzPts val="1000"/>
              <a:buChar char="■"/>
              <a:defRPr sz="1000"/>
            </a:lvl9pPr>
          </a:lstStyle>
          <a:p>
            <a:endParaRPr/>
          </a:p>
        </p:txBody>
      </p:sp>
      <p:sp>
        <p:nvSpPr>
          <p:cNvPr id="542" name="Google Shape;542;p42"/>
          <p:cNvSpPr txBox="1">
            <a:spLocks noGrp="1"/>
          </p:cNvSpPr>
          <p:nvPr>
            <p:ph type="body" idx="4"/>
          </p:nvPr>
        </p:nvSpPr>
        <p:spPr>
          <a:xfrm>
            <a:off x="6006525" y="3500000"/>
            <a:ext cx="1389300" cy="919200"/>
          </a:xfrm>
          <a:prstGeom prst="rect">
            <a:avLst/>
          </a:prstGeom>
        </p:spPr>
        <p:txBody>
          <a:bodyPr spcFirstLastPara="1" wrap="square" lIns="0" tIns="91425" rIns="91425" bIns="91425"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sz="1000"/>
            </a:lvl3pPr>
            <a:lvl4pPr marL="1828800" lvl="3" indent="-292100">
              <a:lnSpc>
                <a:spcPct val="100000"/>
              </a:lnSpc>
              <a:spcBef>
                <a:spcPts val="0"/>
              </a:spcBef>
              <a:spcAft>
                <a:spcPts val="0"/>
              </a:spcAft>
              <a:buSzPts val="1000"/>
              <a:buChar char="●"/>
              <a:defRPr sz="1000"/>
            </a:lvl4pPr>
            <a:lvl5pPr marL="2286000" lvl="4" indent="-292100">
              <a:lnSpc>
                <a:spcPct val="100000"/>
              </a:lnSpc>
              <a:spcBef>
                <a:spcPts val="0"/>
              </a:spcBef>
              <a:spcAft>
                <a:spcPts val="0"/>
              </a:spcAft>
              <a:buSzPts val="1000"/>
              <a:buChar char="○"/>
              <a:defRPr sz="1000"/>
            </a:lvl5pPr>
            <a:lvl6pPr marL="2743200" lvl="5" indent="-292100">
              <a:lnSpc>
                <a:spcPct val="100000"/>
              </a:lnSpc>
              <a:spcBef>
                <a:spcPts val="0"/>
              </a:spcBef>
              <a:spcAft>
                <a:spcPts val="0"/>
              </a:spcAft>
              <a:buSzPts val="1000"/>
              <a:buChar char="■"/>
              <a:defRPr sz="1000"/>
            </a:lvl6pPr>
            <a:lvl7pPr marL="3200400" lvl="6" indent="-292100">
              <a:lnSpc>
                <a:spcPct val="100000"/>
              </a:lnSpc>
              <a:spcBef>
                <a:spcPts val="0"/>
              </a:spcBef>
              <a:spcAft>
                <a:spcPts val="0"/>
              </a:spcAft>
              <a:buSzPts val="1000"/>
              <a:buChar char="●"/>
              <a:defRPr sz="1000"/>
            </a:lvl7pPr>
            <a:lvl8pPr marL="3657600" lvl="7" indent="-292100">
              <a:lnSpc>
                <a:spcPct val="100000"/>
              </a:lnSpc>
              <a:spcBef>
                <a:spcPts val="0"/>
              </a:spcBef>
              <a:spcAft>
                <a:spcPts val="0"/>
              </a:spcAft>
              <a:buSzPts val="1000"/>
              <a:buChar char="○"/>
              <a:defRPr sz="1000"/>
            </a:lvl8pPr>
            <a:lvl9pPr marL="4114800" lvl="8" indent="-292100">
              <a:lnSpc>
                <a:spcPct val="100000"/>
              </a:lnSpc>
              <a:spcBef>
                <a:spcPts val="0"/>
              </a:spcBef>
              <a:spcAft>
                <a:spcPts val="0"/>
              </a:spcAft>
              <a:buSzPts val="1000"/>
              <a:buChar char="■"/>
              <a:defRPr sz="1000"/>
            </a:lvl9pPr>
          </a:lstStyle>
          <a:p>
            <a:endParaRPr/>
          </a:p>
        </p:txBody>
      </p:sp>
      <p:sp>
        <p:nvSpPr>
          <p:cNvPr id="543" name="Google Shape;543;p42"/>
          <p:cNvSpPr txBox="1">
            <a:spLocks noGrp="1"/>
          </p:cNvSpPr>
          <p:nvPr>
            <p:ph type="title"/>
          </p:nvPr>
        </p:nvSpPr>
        <p:spPr>
          <a:xfrm>
            <a:off x="308784" y="1188147"/>
            <a:ext cx="7206000" cy="6666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544" name="Google Shape;544;p42"/>
          <p:cNvSpPr txBox="1">
            <a:spLocks noGrp="1"/>
          </p:cNvSpPr>
          <p:nvPr>
            <p:ph type="subTitle" idx="5"/>
          </p:nvPr>
        </p:nvSpPr>
        <p:spPr>
          <a:xfrm>
            <a:off x="308784" y="1922075"/>
            <a:ext cx="7206000" cy="510600"/>
          </a:xfrm>
          <a:prstGeom prst="rect">
            <a:avLst/>
          </a:prstGeom>
        </p:spPr>
        <p:txBody>
          <a:bodyPr spcFirstLastPara="1" wrap="square" lIns="0" tIns="0" rIns="0" bIns="0" anchor="t" anchorCtr="0">
            <a:normAutofit/>
          </a:bodyPr>
          <a:lstStyle>
            <a:lvl1pPr lvl="0">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45" name="Google Shape;545;p42"/>
          <p:cNvSpPr txBox="1">
            <a:spLocks noGrp="1"/>
          </p:cNvSpPr>
          <p:nvPr>
            <p:ph type="subTitle" idx="6"/>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46" name="Google Shape;546;p42"/>
          <p:cNvSpPr txBox="1">
            <a:spLocks noGrp="1"/>
          </p:cNvSpPr>
          <p:nvPr>
            <p:ph type="subTitle" idx="7"/>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47" name="Google Shape;547;p42"/>
          <p:cNvSpPr txBox="1">
            <a:spLocks noGrp="1"/>
          </p:cNvSpPr>
          <p:nvPr>
            <p:ph type="subTitle" idx="8"/>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548" name="Google Shape;548;p42"/>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49" name="Google Shape;549;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ext Steps">
  <p:cSld name="CUSTOM_2">
    <p:spTree>
      <p:nvGrpSpPr>
        <p:cNvPr id="1" name="Shape 550"/>
        <p:cNvGrpSpPr/>
        <p:nvPr/>
      </p:nvGrpSpPr>
      <p:grpSpPr>
        <a:xfrm>
          <a:off x="0" y="0"/>
          <a:ext cx="0" cy="0"/>
          <a:chOff x="0" y="0"/>
          <a:chExt cx="0" cy="0"/>
        </a:xfrm>
      </p:grpSpPr>
      <p:sp>
        <p:nvSpPr>
          <p:cNvPr id="551" name="Google Shape;551;p43"/>
          <p:cNvSpPr txBox="1">
            <a:spLocks noGrp="1"/>
          </p:cNvSpPr>
          <p:nvPr>
            <p:ph type="title"/>
          </p:nvPr>
        </p:nvSpPr>
        <p:spPr>
          <a:xfrm>
            <a:off x="4665825" y="1253625"/>
            <a:ext cx="4193400" cy="3069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Clr>
                <a:schemeClr val="lt1"/>
              </a:buClr>
              <a:buSzPts val="28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552" name="Google Shape;552;p43"/>
          <p:cNvSpPr txBox="1">
            <a:spLocks noGrp="1"/>
          </p:cNvSpPr>
          <p:nvPr>
            <p:ph type="body" idx="1"/>
          </p:nvPr>
        </p:nvSpPr>
        <p:spPr>
          <a:xfrm>
            <a:off x="2534564" y="3561603"/>
            <a:ext cx="1823400" cy="502800"/>
          </a:xfrm>
          <a:prstGeom prst="rect">
            <a:avLst/>
          </a:prstGeom>
        </p:spPr>
        <p:txBody>
          <a:bodyPr spcFirstLastPara="1" wrap="square" lIns="0" tIns="0" rIns="0" bIns="0" anchor="t" anchorCtr="0">
            <a:normAutofit/>
          </a:bodyPr>
          <a:lstStyle>
            <a:lvl1pPr marL="457200" lvl="0" indent="-419100">
              <a:spcBef>
                <a:spcPts val="0"/>
              </a:spcBef>
              <a:spcAft>
                <a:spcPts val="0"/>
              </a:spcAft>
              <a:buSzPts val="3000"/>
              <a:buFont typeface="Poppins"/>
              <a:buChar char="●"/>
              <a:defRPr sz="3000" b="1">
                <a:latin typeface="Poppins"/>
                <a:ea typeface="Poppins"/>
                <a:cs typeface="Poppins"/>
                <a:sym typeface="Poppins"/>
              </a:defRPr>
            </a:lvl1pPr>
            <a:lvl2pPr marL="914400" lvl="1" indent="-419100">
              <a:spcBef>
                <a:spcPts val="0"/>
              </a:spcBef>
              <a:spcAft>
                <a:spcPts val="0"/>
              </a:spcAft>
              <a:buSzPts val="3000"/>
              <a:buFont typeface="Poppins"/>
              <a:buChar char="○"/>
              <a:defRPr sz="3000" b="1">
                <a:latin typeface="Poppins"/>
                <a:ea typeface="Poppins"/>
                <a:cs typeface="Poppins"/>
                <a:sym typeface="Poppins"/>
              </a:defRPr>
            </a:lvl2pPr>
            <a:lvl3pPr marL="1371600" lvl="2" indent="-419100">
              <a:spcBef>
                <a:spcPts val="0"/>
              </a:spcBef>
              <a:spcAft>
                <a:spcPts val="0"/>
              </a:spcAft>
              <a:buSzPts val="3000"/>
              <a:buFont typeface="Poppins"/>
              <a:buChar char="■"/>
              <a:defRPr sz="3000" b="1">
                <a:latin typeface="Poppins"/>
                <a:ea typeface="Poppins"/>
                <a:cs typeface="Poppins"/>
                <a:sym typeface="Poppins"/>
              </a:defRPr>
            </a:lvl3pPr>
            <a:lvl4pPr marL="1828800" lvl="3" indent="-419100">
              <a:spcBef>
                <a:spcPts val="0"/>
              </a:spcBef>
              <a:spcAft>
                <a:spcPts val="0"/>
              </a:spcAft>
              <a:buSzPts val="3000"/>
              <a:buFont typeface="Poppins"/>
              <a:buChar char="●"/>
              <a:defRPr sz="3000" b="1">
                <a:latin typeface="Poppins"/>
                <a:ea typeface="Poppins"/>
                <a:cs typeface="Poppins"/>
                <a:sym typeface="Poppins"/>
              </a:defRPr>
            </a:lvl4pPr>
            <a:lvl5pPr marL="2286000" lvl="4" indent="-419100">
              <a:spcBef>
                <a:spcPts val="0"/>
              </a:spcBef>
              <a:spcAft>
                <a:spcPts val="0"/>
              </a:spcAft>
              <a:buSzPts val="3000"/>
              <a:buFont typeface="Poppins"/>
              <a:buChar char="○"/>
              <a:defRPr sz="3000" b="1">
                <a:latin typeface="Poppins"/>
                <a:ea typeface="Poppins"/>
                <a:cs typeface="Poppins"/>
                <a:sym typeface="Poppins"/>
              </a:defRPr>
            </a:lvl5pPr>
            <a:lvl6pPr marL="2743200" lvl="5" indent="-419100">
              <a:spcBef>
                <a:spcPts val="0"/>
              </a:spcBef>
              <a:spcAft>
                <a:spcPts val="0"/>
              </a:spcAft>
              <a:buSzPts val="3000"/>
              <a:buFont typeface="Poppins"/>
              <a:buChar char="■"/>
              <a:defRPr sz="3000" b="1">
                <a:latin typeface="Poppins"/>
                <a:ea typeface="Poppins"/>
                <a:cs typeface="Poppins"/>
                <a:sym typeface="Poppins"/>
              </a:defRPr>
            </a:lvl6pPr>
            <a:lvl7pPr marL="3200400" lvl="6" indent="-419100">
              <a:spcBef>
                <a:spcPts val="0"/>
              </a:spcBef>
              <a:spcAft>
                <a:spcPts val="0"/>
              </a:spcAft>
              <a:buSzPts val="3000"/>
              <a:buFont typeface="Poppins"/>
              <a:buChar char="●"/>
              <a:defRPr sz="3000" b="1">
                <a:latin typeface="Poppins"/>
                <a:ea typeface="Poppins"/>
                <a:cs typeface="Poppins"/>
                <a:sym typeface="Poppins"/>
              </a:defRPr>
            </a:lvl7pPr>
            <a:lvl8pPr marL="3657600" lvl="7" indent="-419100">
              <a:spcBef>
                <a:spcPts val="0"/>
              </a:spcBef>
              <a:spcAft>
                <a:spcPts val="0"/>
              </a:spcAft>
              <a:buSzPts val="3000"/>
              <a:buFont typeface="Poppins"/>
              <a:buChar char="○"/>
              <a:defRPr sz="3000" b="1">
                <a:latin typeface="Poppins"/>
                <a:ea typeface="Poppins"/>
                <a:cs typeface="Poppins"/>
                <a:sym typeface="Poppins"/>
              </a:defRPr>
            </a:lvl8pPr>
            <a:lvl9pPr marL="4114800" lvl="8" indent="-419100">
              <a:spcBef>
                <a:spcPts val="0"/>
              </a:spcBef>
              <a:spcAft>
                <a:spcPts val="0"/>
              </a:spcAft>
              <a:buSzPts val="3000"/>
              <a:buFont typeface="Poppins"/>
              <a:buChar char="■"/>
              <a:defRPr sz="3000" b="1">
                <a:latin typeface="Poppins"/>
                <a:ea typeface="Poppins"/>
                <a:cs typeface="Poppins"/>
                <a:sym typeface="Poppins"/>
              </a:defRPr>
            </a:lvl9pPr>
          </a:lstStyle>
          <a:p>
            <a:endParaRPr/>
          </a:p>
        </p:txBody>
      </p:sp>
      <p:sp>
        <p:nvSpPr>
          <p:cNvPr id="553" name="Google Shape;553;p43"/>
          <p:cNvSpPr txBox="1">
            <a:spLocks noGrp="1"/>
          </p:cNvSpPr>
          <p:nvPr>
            <p:ph type="body" idx="2"/>
          </p:nvPr>
        </p:nvSpPr>
        <p:spPr>
          <a:xfrm>
            <a:off x="283925" y="3561603"/>
            <a:ext cx="1823400" cy="502800"/>
          </a:xfrm>
          <a:prstGeom prst="rect">
            <a:avLst/>
          </a:prstGeom>
        </p:spPr>
        <p:txBody>
          <a:bodyPr spcFirstLastPara="1" wrap="square" lIns="0" tIns="0" rIns="0" bIns="0" anchor="t" anchorCtr="0">
            <a:normAutofit/>
          </a:bodyPr>
          <a:lstStyle>
            <a:lvl1pPr marL="457200" lvl="0" indent="-419100">
              <a:spcBef>
                <a:spcPts val="0"/>
              </a:spcBef>
              <a:spcAft>
                <a:spcPts val="0"/>
              </a:spcAft>
              <a:buSzPts val="3000"/>
              <a:buFont typeface="Poppins"/>
              <a:buChar char="●"/>
              <a:defRPr sz="3000" b="1">
                <a:latin typeface="Poppins"/>
                <a:ea typeface="Poppins"/>
                <a:cs typeface="Poppins"/>
                <a:sym typeface="Poppins"/>
              </a:defRPr>
            </a:lvl1pPr>
            <a:lvl2pPr marL="914400" lvl="1" indent="-419100">
              <a:spcBef>
                <a:spcPts val="0"/>
              </a:spcBef>
              <a:spcAft>
                <a:spcPts val="0"/>
              </a:spcAft>
              <a:buSzPts val="3000"/>
              <a:buFont typeface="Poppins"/>
              <a:buChar char="○"/>
              <a:defRPr sz="3000" b="1">
                <a:latin typeface="Poppins"/>
                <a:ea typeface="Poppins"/>
                <a:cs typeface="Poppins"/>
                <a:sym typeface="Poppins"/>
              </a:defRPr>
            </a:lvl2pPr>
            <a:lvl3pPr marL="1371600" lvl="2" indent="-419100">
              <a:spcBef>
                <a:spcPts val="0"/>
              </a:spcBef>
              <a:spcAft>
                <a:spcPts val="0"/>
              </a:spcAft>
              <a:buSzPts val="3000"/>
              <a:buFont typeface="Poppins"/>
              <a:buChar char="■"/>
              <a:defRPr sz="3000" b="1">
                <a:latin typeface="Poppins"/>
                <a:ea typeface="Poppins"/>
                <a:cs typeface="Poppins"/>
                <a:sym typeface="Poppins"/>
              </a:defRPr>
            </a:lvl3pPr>
            <a:lvl4pPr marL="1828800" lvl="3" indent="-419100">
              <a:spcBef>
                <a:spcPts val="0"/>
              </a:spcBef>
              <a:spcAft>
                <a:spcPts val="0"/>
              </a:spcAft>
              <a:buSzPts val="3000"/>
              <a:buFont typeface="Poppins"/>
              <a:buChar char="●"/>
              <a:defRPr sz="3000" b="1">
                <a:latin typeface="Poppins"/>
                <a:ea typeface="Poppins"/>
                <a:cs typeface="Poppins"/>
                <a:sym typeface="Poppins"/>
              </a:defRPr>
            </a:lvl4pPr>
            <a:lvl5pPr marL="2286000" lvl="4" indent="-419100">
              <a:spcBef>
                <a:spcPts val="0"/>
              </a:spcBef>
              <a:spcAft>
                <a:spcPts val="0"/>
              </a:spcAft>
              <a:buSzPts val="3000"/>
              <a:buFont typeface="Poppins"/>
              <a:buChar char="○"/>
              <a:defRPr sz="3000" b="1">
                <a:latin typeface="Poppins"/>
                <a:ea typeface="Poppins"/>
                <a:cs typeface="Poppins"/>
                <a:sym typeface="Poppins"/>
              </a:defRPr>
            </a:lvl5pPr>
            <a:lvl6pPr marL="2743200" lvl="5" indent="-419100">
              <a:spcBef>
                <a:spcPts val="0"/>
              </a:spcBef>
              <a:spcAft>
                <a:spcPts val="0"/>
              </a:spcAft>
              <a:buSzPts val="3000"/>
              <a:buFont typeface="Poppins"/>
              <a:buChar char="■"/>
              <a:defRPr sz="3000" b="1">
                <a:latin typeface="Poppins"/>
                <a:ea typeface="Poppins"/>
                <a:cs typeface="Poppins"/>
                <a:sym typeface="Poppins"/>
              </a:defRPr>
            </a:lvl6pPr>
            <a:lvl7pPr marL="3200400" lvl="6" indent="-419100">
              <a:spcBef>
                <a:spcPts val="0"/>
              </a:spcBef>
              <a:spcAft>
                <a:spcPts val="0"/>
              </a:spcAft>
              <a:buSzPts val="3000"/>
              <a:buFont typeface="Poppins"/>
              <a:buChar char="●"/>
              <a:defRPr sz="3000" b="1">
                <a:latin typeface="Poppins"/>
                <a:ea typeface="Poppins"/>
                <a:cs typeface="Poppins"/>
                <a:sym typeface="Poppins"/>
              </a:defRPr>
            </a:lvl7pPr>
            <a:lvl8pPr marL="3657600" lvl="7" indent="-419100">
              <a:spcBef>
                <a:spcPts val="0"/>
              </a:spcBef>
              <a:spcAft>
                <a:spcPts val="0"/>
              </a:spcAft>
              <a:buSzPts val="3000"/>
              <a:buFont typeface="Poppins"/>
              <a:buChar char="○"/>
              <a:defRPr sz="3000" b="1">
                <a:latin typeface="Poppins"/>
                <a:ea typeface="Poppins"/>
                <a:cs typeface="Poppins"/>
                <a:sym typeface="Poppins"/>
              </a:defRPr>
            </a:lvl8pPr>
            <a:lvl9pPr marL="4114800" lvl="8" indent="-419100">
              <a:spcBef>
                <a:spcPts val="0"/>
              </a:spcBef>
              <a:spcAft>
                <a:spcPts val="0"/>
              </a:spcAft>
              <a:buSzPts val="3000"/>
              <a:buFont typeface="Poppins"/>
              <a:buChar char="■"/>
              <a:defRPr sz="3000" b="1">
                <a:latin typeface="Poppins"/>
                <a:ea typeface="Poppins"/>
                <a:cs typeface="Poppins"/>
                <a:sym typeface="Poppins"/>
              </a:defRPr>
            </a:lvl9pPr>
          </a:lstStyle>
          <a:p>
            <a:endParaRPr/>
          </a:p>
        </p:txBody>
      </p:sp>
      <p:sp>
        <p:nvSpPr>
          <p:cNvPr id="554" name="Google Shape;554;p43"/>
          <p:cNvSpPr txBox="1">
            <a:spLocks noGrp="1"/>
          </p:cNvSpPr>
          <p:nvPr>
            <p:ph type="body" idx="3"/>
          </p:nvPr>
        </p:nvSpPr>
        <p:spPr>
          <a:xfrm>
            <a:off x="4785202" y="3561603"/>
            <a:ext cx="1823400" cy="502800"/>
          </a:xfrm>
          <a:prstGeom prst="rect">
            <a:avLst/>
          </a:prstGeom>
        </p:spPr>
        <p:txBody>
          <a:bodyPr spcFirstLastPara="1" wrap="square" lIns="0" tIns="0" rIns="0" bIns="0" anchor="t" anchorCtr="0">
            <a:normAutofit/>
          </a:bodyPr>
          <a:lstStyle>
            <a:lvl1pPr marL="457200" lvl="0" indent="-419100">
              <a:spcBef>
                <a:spcPts val="0"/>
              </a:spcBef>
              <a:spcAft>
                <a:spcPts val="0"/>
              </a:spcAft>
              <a:buSzPts val="3000"/>
              <a:buFont typeface="Poppins"/>
              <a:buChar char="●"/>
              <a:defRPr sz="3000" b="1">
                <a:latin typeface="Poppins"/>
                <a:ea typeface="Poppins"/>
                <a:cs typeface="Poppins"/>
                <a:sym typeface="Poppins"/>
              </a:defRPr>
            </a:lvl1pPr>
            <a:lvl2pPr marL="914400" lvl="1" indent="-419100">
              <a:spcBef>
                <a:spcPts val="0"/>
              </a:spcBef>
              <a:spcAft>
                <a:spcPts val="0"/>
              </a:spcAft>
              <a:buSzPts val="3000"/>
              <a:buFont typeface="Poppins"/>
              <a:buChar char="○"/>
              <a:defRPr sz="3000" b="1">
                <a:latin typeface="Poppins"/>
                <a:ea typeface="Poppins"/>
                <a:cs typeface="Poppins"/>
                <a:sym typeface="Poppins"/>
              </a:defRPr>
            </a:lvl2pPr>
            <a:lvl3pPr marL="1371600" lvl="2" indent="-419100">
              <a:spcBef>
                <a:spcPts val="0"/>
              </a:spcBef>
              <a:spcAft>
                <a:spcPts val="0"/>
              </a:spcAft>
              <a:buSzPts val="3000"/>
              <a:buFont typeface="Poppins"/>
              <a:buChar char="■"/>
              <a:defRPr sz="3000" b="1">
                <a:latin typeface="Poppins"/>
                <a:ea typeface="Poppins"/>
                <a:cs typeface="Poppins"/>
                <a:sym typeface="Poppins"/>
              </a:defRPr>
            </a:lvl3pPr>
            <a:lvl4pPr marL="1828800" lvl="3" indent="-419100">
              <a:spcBef>
                <a:spcPts val="0"/>
              </a:spcBef>
              <a:spcAft>
                <a:spcPts val="0"/>
              </a:spcAft>
              <a:buSzPts val="3000"/>
              <a:buFont typeface="Poppins"/>
              <a:buChar char="●"/>
              <a:defRPr sz="3000" b="1">
                <a:latin typeface="Poppins"/>
                <a:ea typeface="Poppins"/>
                <a:cs typeface="Poppins"/>
                <a:sym typeface="Poppins"/>
              </a:defRPr>
            </a:lvl4pPr>
            <a:lvl5pPr marL="2286000" lvl="4" indent="-419100">
              <a:spcBef>
                <a:spcPts val="0"/>
              </a:spcBef>
              <a:spcAft>
                <a:spcPts val="0"/>
              </a:spcAft>
              <a:buSzPts val="3000"/>
              <a:buFont typeface="Poppins"/>
              <a:buChar char="○"/>
              <a:defRPr sz="3000" b="1">
                <a:latin typeface="Poppins"/>
                <a:ea typeface="Poppins"/>
                <a:cs typeface="Poppins"/>
                <a:sym typeface="Poppins"/>
              </a:defRPr>
            </a:lvl5pPr>
            <a:lvl6pPr marL="2743200" lvl="5" indent="-419100">
              <a:spcBef>
                <a:spcPts val="0"/>
              </a:spcBef>
              <a:spcAft>
                <a:spcPts val="0"/>
              </a:spcAft>
              <a:buSzPts val="3000"/>
              <a:buFont typeface="Poppins"/>
              <a:buChar char="■"/>
              <a:defRPr sz="3000" b="1">
                <a:latin typeface="Poppins"/>
                <a:ea typeface="Poppins"/>
                <a:cs typeface="Poppins"/>
                <a:sym typeface="Poppins"/>
              </a:defRPr>
            </a:lvl6pPr>
            <a:lvl7pPr marL="3200400" lvl="6" indent="-419100">
              <a:spcBef>
                <a:spcPts val="0"/>
              </a:spcBef>
              <a:spcAft>
                <a:spcPts val="0"/>
              </a:spcAft>
              <a:buSzPts val="3000"/>
              <a:buFont typeface="Poppins"/>
              <a:buChar char="●"/>
              <a:defRPr sz="3000" b="1">
                <a:latin typeface="Poppins"/>
                <a:ea typeface="Poppins"/>
                <a:cs typeface="Poppins"/>
                <a:sym typeface="Poppins"/>
              </a:defRPr>
            </a:lvl7pPr>
            <a:lvl8pPr marL="3657600" lvl="7" indent="-419100">
              <a:spcBef>
                <a:spcPts val="0"/>
              </a:spcBef>
              <a:spcAft>
                <a:spcPts val="0"/>
              </a:spcAft>
              <a:buSzPts val="3000"/>
              <a:buFont typeface="Poppins"/>
              <a:buChar char="○"/>
              <a:defRPr sz="3000" b="1">
                <a:latin typeface="Poppins"/>
                <a:ea typeface="Poppins"/>
                <a:cs typeface="Poppins"/>
                <a:sym typeface="Poppins"/>
              </a:defRPr>
            </a:lvl8pPr>
            <a:lvl9pPr marL="4114800" lvl="8" indent="-419100">
              <a:spcBef>
                <a:spcPts val="0"/>
              </a:spcBef>
              <a:spcAft>
                <a:spcPts val="0"/>
              </a:spcAft>
              <a:buSzPts val="3000"/>
              <a:buFont typeface="Poppins"/>
              <a:buChar char="■"/>
              <a:defRPr sz="3000" b="1">
                <a:latin typeface="Poppins"/>
                <a:ea typeface="Poppins"/>
                <a:cs typeface="Poppins"/>
                <a:sym typeface="Poppins"/>
              </a:defRPr>
            </a:lvl9pPr>
          </a:lstStyle>
          <a:p>
            <a:endParaRPr/>
          </a:p>
        </p:txBody>
      </p:sp>
      <p:sp>
        <p:nvSpPr>
          <p:cNvPr id="555" name="Google Shape;555;p43"/>
          <p:cNvSpPr txBox="1">
            <a:spLocks noGrp="1"/>
          </p:cNvSpPr>
          <p:nvPr>
            <p:ph type="body" idx="4"/>
          </p:nvPr>
        </p:nvSpPr>
        <p:spPr>
          <a:xfrm>
            <a:off x="7035841" y="3561603"/>
            <a:ext cx="1823400" cy="502800"/>
          </a:xfrm>
          <a:prstGeom prst="rect">
            <a:avLst/>
          </a:prstGeom>
        </p:spPr>
        <p:txBody>
          <a:bodyPr spcFirstLastPara="1" wrap="square" lIns="0" tIns="0" rIns="0" bIns="0" anchor="t" anchorCtr="0">
            <a:normAutofit/>
          </a:bodyPr>
          <a:lstStyle>
            <a:lvl1pPr marL="457200" lvl="0" indent="-419100">
              <a:spcBef>
                <a:spcPts val="0"/>
              </a:spcBef>
              <a:spcAft>
                <a:spcPts val="0"/>
              </a:spcAft>
              <a:buSzPts val="3000"/>
              <a:buFont typeface="Poppins"/>
              <a:buChar char="●"/>
              <a:defRPr sz="3000" b="1">
                <a:latin typeface="Poppins"/>
                <a:ea typeface="Poppins"/>
                <a:cs typeface="Poppins"/>
                <a:sym typeface="Poppins"/>
              </a:defRPr>
            </a:lvl1pPr>
            <a:lvl2pPr marL="914400" lvl="1" indent="-419100">
              <a:spcBef>
                <a:spcPts val="0"/>
              </a:spcBef>
              <a:spcAft>
                <a:spcPts val="0"/>
              </a:spcAft>
              <a:buSzPts val="3000"/>
              <a:buFont typeface="Poppins"/>
              <a:buChar char="○"/>
              <a:defRPr sz="3000" b="1">
                <a:latin typeface="Poppins"/>
                <a:ea typeface="Poppins"/>
                <a:cs typeface="Poppins"/>
                <a:sym typeface="Poppins"/>
              </a:defRPr>
            </a:lvl2pPr>
            <a:lvl3pPr marL="1371600" lvl="2" indent="-419100">
              <a:spcBef>
                <a:spcPts val="0"/>
              </a:spcBef>
              <a:spcAft>
                <a:spcPts val="0"/>
              </a:spcAft>
              <a:buSzPts val="3000"/>
              <a:buFont typeface="Poppins"/>
              <a:buChar char="■"/>
              <a:defRPr sz="3000" b="1">
                <a:latin typeface="Poppins"/>
                <a:ea typeface="Poppins"/>
                <a:cs typeface="Poppins"/>
                <a:sym typeface="Poppins"/>
              </a:defRPr>
            </a:lvl3pPr>
            <a:lvl4pPr marL="1828800" lvl="3" indent="-419100">
              <a:spcBef>
                <a:spcPts val="0"/>
              </a:spcBef>
              <a:spcAft>
                <a:spcPts val="0"/>
              </a:spcAft>
              <a:buSzPts val="3000"/>
              <a:buFont typeface="Poppins"/>
              <a:buChar char="●"/>
              <a:defRPr sz="3000" b="1">
                <a:latin typeface="Poppins"/>
                <a:ea typeface="Poppins"/>
                <a:cs typeface="Poppins"/>
                <a:sym typeface="Poppins"/>
              </a:defRPr>
            </a:lvl4pPr>
            <a:lvl5pPr marL="2286000" lvl="4" indent="-419100">
              <a:spcBef>
                <a:spcPts val="0"/>
              </a:spcBef>
              <a:spcAft>
                <a:spcPts val="0"/>
              </a:spcAft>
              <a:buSzPts val="3000"/>
              <a:buFont typeface="Poppins"/>
              <a:buChar char="○"/>
              <a:defRPr sz="3000" b="1">
                <a:latin typeface="Poppins"/>
                <a:ea typeface="Poppins"/>
                <a:cs typeface="Poppins"/>
                <a:sym typeface="Poppins"/>
              </a:defRPr>
            </a:lvl5pPr>
            <a:lvl6pPr marL="2743200" lvl="5" indent="-419100">
              <a:spcBef>
                <a:spcPts val="0"/>
              </a:spcBef>
              <a:spcAft>
                <a:spcPts val="0"/>
              </a:spcAft>
              <a:buSzPts val="3000"/>
              <a:buFont typeface="Poppins"/>
              <a:buChar char="■"/>
              <a:defRPr sz="3000" b="1">
                <a:latin typeface="Poppins"/>
                <a:ea typeface="Poppins"/>
                <a:cs typeface="Poppins"/>
                <a:sym typeface="Poppins"/>
              </a:defRPr>
            </a:lvl6pPr>
            <a:lvl7pPr marL="3200400" lvl="6" indent="-419100">
              <a:spcBef>
                <a:spcPts val="0"/>
              </a:spcBef>
              <a:spcAft>
                <a:spcPts val="0"/>
              </a:spcAft>
              <a:buSzPts val="3000"/>
              <a:buFont typeface="Poppins"/>
              <a:buChar char="●"/>
              <a:defRPr sz="3000" b="1">
                <a:latin typeface="Poppins"/>
                <a:ea typeface="Poppins"/>
                <a:cs typeface="Poppins"/>
                <a:sym typeface="Poppins"/>
              </a:defRPr>
            </a:lvl7pPr>
            <a:lvl8pPr marL="3657600" lvl="7" indent="-419100">
              <a:spcBef>
                <a:spcPts val="0"/>
              </a:spcBef>
              <a:spcAft>
                <a:spcPts val="0"/>
              </a:spcAft>
              <a:buSzPts val="3000"/>
              <a:buFont typeface="Poppins"/>
              <a:buChar char="○"/>
              <a:defRPr sz="3000" b="1">
                <a:latin typeface="Poppins"/>
                <a:ea typeface="Poppins"/>
                <a:cs typeface="Poppins"/>
                <a:sym typeface="Poppins"/>
              </a:defRPr>
            </a:lvl8pPr>
            <a:lvl9pPr marL="4114800" lvl="8" indent="-419100">
              <a:spcBef>
                <a:spcPts val="0"/>
              </a:spcBef>
              <a:spcAft>
                <a:spcPts val="0"/>
              </a:spcAft>
              <a:buSzPts val="3000"/>
              <a:buFont typeface="Poppins"/>
              <a:buChar char="■"/>
              <a:defRPr sz="3000" b="1">
                <a:latin typeface="Poppins"/>
                <a:ea typeface="Poppins"/>
                <a:cs typeface="Poppins"/>
                <a:sym typeface="Poppins"/>
              </a:defRPr>
            </a:lvl9pPr>
          </a:lstStyle>
          <a:p>
            <a:endParaRPr/>
          </a:p>
        </p:txBody>
      </p:sp>
      <p:sp>
        <p:nvSpPr>
          <p:cNvPr id="556" name="Google Shape;556;p43"/>
          <p:cNvSpPr txBox="1">
            <a:spLocks noGrp="1"/>
          </p:cNvSpPr>
          <p:nvPr>
            <p:ph type="body" idx="5"/>
          </p:nvPr>
        </p:nvSpPr>
        <p:spPr>
          <a:xfrm>
            <a:off x="283925" y="4183328"/>
            <a:ext cx="1823400" cy="502800"/>
          </a:xfrm>
          <a:prstGeom prst="rect">
            <a:avLst/>
          </a:prstGeom>
        </p:spPr>
        <p:txBody>
          <a:bodyPr spcFirstLastPara="1" wrap="square" lIns="0" tIns="0" rIns="0" bIns="0" anchor="b"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b="1"/>
            </a:lvl2pPr>
            <a:lvl3pPr marL="1371600" lvl="2" indent="-292100">
              <a:lnSpc>
                <a:spcPct val="100000"/>
              </a:lnSpc>
              <a:spcBef>
                <a:spcPts val="0"/>
              </a:spcBef>
              <a:spcAft>
                <a:spcPts val="0"/>
              </a:spcAft>
              <a:buSzPts val="1000"/>
              <a:buChar char="■"/>
              <a:defRPr sz="1000" b="1"/>
            </a:lvl3pPr>
            <a:lvl4pPr marL="1828800" lvl="3" indent="-292100">
              <a:lnSpc>
                <a:spcPct val="100000"/>
              </a:lnSpc>
              <a:spcBef>
                <a:spcPts val="0"/>
              </a:spcBef>
              <a:spcAft>
                <a:spcPts val="0"/>
              </a:spcAft>
              <a:buSzPts val="1000"/>
              <a:buChar char="●"/>
              <a:defRPr sz="1000" b="1"/>
            </a:lvl4pPr>
            <a:lvl5pPr marL="2286000" lvl="4" indent="-292100">
              <a:lnSpc>
                <a:spcPct val="100000"/>
              </a:lnSpc>
              <a:spcBef>
                <a:spcPts val="0"/>
              </a:spcBef>
              <a:spcAft>
                <a:spcPts val="0"/>
              </a:spcAft>
              <a:buSzPts val="1000"/>
              <a:buChar char="○"/>
              <a:defRPr sz="1000" b="1"/>
            </a:lvl5pPr>
            <a:lvl6pPr marL="2743200" lvl="5" indent="-292100">
              <a:lnSpc>
                <a:spcPct val="100000"/>
              </a:lnSpc>
              <a:spcBef>
                <a:spcPts val="0"/>
              </a:spcBef>
              <a:spcAft>
                <a:spcPts val="0"/>
              </a:spcAft>
              <a:buSzPts val="1000"/>
              <a:buChar char="■"/>
              <a:defRPr sz="1000" b="1"/>
            </a:lvl6pPr>
            <a:lvl7pPr marL="3200400" lvl="6" indent="-292100">
              <a:lnSpc>
                <a:spcPct val="100000"/>
              </a:lnSpc>
              <a:spcBef>
                <a:spcPts val="0"/>
              </a:spcBef>
              <a:spcAft>
                <a:spcPts val="0"/>
              </a:spcAft>
              <a:buSzPts val="1000"/>
              <a:buChar char="●"/>
              <a:defRPr sz="1000" b="1"/>
            </a:lvl7pPr>
            <a:lvl8pPr marL="3657600" lvl="7" indent="-292100">
              <a:lnSpc>
                <a:spcPct val="100000"/>
              </a:lnSpc>
              <a:spcBef>
                <a:spcPts val="0"/>
              </a:spcBef>
              <a:spcAft>
                <a:spcPts val="0"/>
              </a:spcAft>
              <a:buSzPts val="1000"/>
              <a:buChar char="○"/>
              <a:defRPr sz="1000" b="1"/>
            </a:lvl8pPr>
            <a:lvl9pPr marL="4114800" lvl="8" indent="-292100">
              <a:lnSpc>
                <a:spcPct val="100000"/>
              </a:lnSpc>
              <a:spcBef>
                <a:spcPts val="0"/>
              </a:spcBef>
              <a:spcAft>
                <a:spcPts val="0"/>
              </a:spcAft>
              <a:buSzPts val="1000"/>
              <a:buChar char="■"/>
              <a:defRPr sz="1000" b="1"/>
            </a:lvl9pPr>
          </a:lstStyle>
          <a:p>
            <a:endParaRPr/>
          </a:p>
        </p:txBody>
      </p:sp>
      <p:sp>
        <p:nvSpPr>
          <p:cNvPr id="557" name="Google Shape;557;p43"/>
          <p:cNvSpPr txBox="1">
            <a:spLocks noGrp="1"/>
          </p:cNvSpPr>
          <p:nvPr>
            <p:ph type="body" idx="6"/>
          </p:nvPr>
        </p:nvSpPr>
        <p:spPr>
          <a:xfrm>
            <a:off x="2534564" y="4183328"/>
            <a:ext cx="1823400" cy="502800"/>
          </a:xfrm>
          <a:prstGeom prst="rect">
            <a:avLst/>
          </a:prstGeom>
        </p:spPr>
        <p:txBody>
          <a:bodyPr spcFirstLastPara="1" wrap="square" lIns="0" tIns="0" rIns="0" bIns="0" anchor="b"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b="1"/>
            </a:lvl2pPr>
            <a:lvl3pPr marL="1371600" lvl="2" indent="-292100">
              <a:lnSpc>
                <a:spcPct val="100000"/>
              </a:lnSpc>
              <a:spcBef>
                <a:spcPts val="0"/>
              </a:spcBef>
              <a:spcAft>
                <a:spcPts val="0"/>
              </a:spcAft>
              <a:buSzPts val="1000"/>
              <a:buChar char="■"/>
              <a:defRPr sz="1000" b="1"/>
            </a:lvl3pPr>
            <a:lvl4pPr marL="1828800" lvl="3" indent="-292100">
              <a:lnSpc>
                <a:spcPct val="100000"/>
              </a:lnSpc>
              <a:spcBef>
                <a:spcPts val="0"/>
              </a:spcBef>
              <a:spcAft>
                <a:spcPts val="0"/>
              </a:spcAft>
              <a:buSzPts val="1000"/>
              <a:buChar char="●"/>
              <a:defRPr sz="1000" b="1"/>
            </a:lvl4pPr>
            <a:lvl5pPr marL="2286000" lvl="4" indent="-292100">
              <a:lnSpc>
                <a:spcPct val="100000"/>
              </a:lnSpc>
              <a:spcBef>
                <a:spcPts val="0"/>
              </a:spcBef>
              <a:spcAft>
                <a:spcPts val="0"/>
              </a:spcAft>
              <a:buSzPts val="1000"/>
              <a:buChar char="○"/>
              <a:defRPr sz="1000" b="1"/>
            </a:lvl5pPr>
            <a:lvl6pPr marL="2743200" lvl="5" indent="-292100">
              <a:lnSpc>
                <a:spcPct val="100000"/>
              </a:lnSpc>
              <a:spcBef>
                <a:spcPts val="0"/>
              </a:spcBef>
              <a:spcAft>
                <a:spcPts val="0"/>
              </a:spcAft>
              <a:buSzPts val="1000"/>
              <a:buChar char="■"/>
              <a:defRPr sz="1000" b="1"/>
            </a:lvl6pPr>
            <a:lvl7pPr marL="3200400" lvl="6" indent="-292100">
              <a:lnSpc>
                <a:spcPct val="100000"/>
              </a:lnSpc>
              <a:spcBef>
                <a:spcPts val="0"/>
              </a:spcBef>
              <a:spcAft>
                <a:spcPts val="0"/>
              </a:spcAft>
              <a:buSzPts val="1000"/>
              <a:buChar char="●"/>
              <a:defRPr sz="1000" b="1"/>
            </a:lvl7pPr>
            <a:lvl8pPr marL="3657600" lvl="7" indent="-292100">
              <a:lnSpc>
                <a:spcPct val="100000"/>
              </a:lnSpc>
              <a:spcBef>
                <a:spcPts val="0"/>
              </a:spcBef>
              <a:spcAft>
                <a:spcPts val="0"/>
              </a:spcAft>
              <a:buSzPts val="1000"/>
              <a:buChar char="○"/>
              <a:defRPr sz="1000" b="1"/>
            </a:lvl8pPr>
            <a:lvl9pPr marL="4114800" lvl="8" indent="-292100">
              <a:lnSpc>
                <a:spcPct val="100000"/>
              </a:lnSpc>
              <a:spcBef>
                <a:spcPts val="0"/>
              </a:spcBef>
              <a:spcAft>
                <a:spcPts val="0"/>
              </a:spcAft>
              <a:buSzPts val="1000"/>
              <a:buChar char="■"/>
              <a:defRPr sz="1000" b="1"/>
            </a:lvl9pPr>
          </a:lstStyle>
          <a:p>
            <a:endParaRPr/>
          </a:p>
        </p:txBody>
      </p:sp>
      <p:sp>
        <p:nvSpPr>
          <p:cNvPr id="558" name="Google Shape;558;p43"/>
          <p:cNvSpPr txBox="1">
            <a:spLocks noGrp="1"/>
          </p:cNvSpPr>
          <p:nvPr>
            <p:ph type="body" idx="7"/>
          </p:nvPr>
        </p:nvSpPr>
        <p:spPr>
          <a:xfrm>
            <a:off x="4785202" y="4183328"/>
            <a:ext cx="1823400" cy="502800"/>
          </a:xfrm>
          <a:prstGeom prst="rect">
            <a:avLst/>
          </a:prstGeom>
        </p:spPr>
        <p:txBody>
          <a:bodyPr spcFirstLastPara="1" wrap="square" lIns="0" tIns="0" rIns="0" bIns="0" anchor="b"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b="1"/>
            </a:lvl2pPr>
            <a:lvl3pPr marL="1371600" lvl="2" indent="-292100">
              <a:lnSpc>
                <a:spcPct val="100000"/>
              </a:lnSpc>
              <a:spcBef>
                <a:spcPts val="0"/>
              </a:spcBef>
              <a:spcAft>
                <a:spcPts val="0"/>
              </a:spcAft>
              <a:buSzPts val="1000"/>
              <a:buChar char="■"/>
              <a:defRPr sz="1000" b="1"/>
            </a:lvl3pPr>
            <a:lvl4pPr marL="1828800" lvl="3" indent="-292100">
              <a:lnSpc>
                <a:spcPct val="100000"/>
              </a:lnSpc>
              <a:spcBef>
                <a:spcPts val="0"/>
              </a:spcBef>
              <a:spcAft>
                <a:spcPts val="0"/>
              </a:spcAft>
              <a:buSzPts val="1000"/>
              <a:buChar char="●"/>
              <a:defRPr sz="1000" b="1"/>
            </a:lvl4pPr>
            <a:lvl5pPr marL="2286000" lvl="4" indent="-292100">
              <a:lnSpc>
                <a:spcPct val="100000"/>
              </a:lnSpc>
              <a:spcBef>
                <a:spcPts val="0"/>
              </a:spcBef>
              <a:spcAft>
                <a:spcPts val="0"/>
              </a:spcAft>
              <a:buSzPts val="1000"/>
              <a:buChar char="○"/>
              <a:defRPr sz="1000" b="1"/>
            </a:lvl5pPr>
            <a:lvl6pPr marL="2743200" lvl="5" indent="-292100">
              <a:lnSpc>
                <a:spcPct val="100000"/>
              </a:lnSpc>
              <a:spcBef>
                <a:spcPts val="0"/>
              </a:spcBef>
              <a:spcAft>
                <a:spcPts val="0"/>
              </a:spcAft>
              <a:buSzPts val="1000"/>
              <a:buChar char="■"/>
              <a:defRPr sz="1000" b="1"/>
            </a:lvl6pPr>
            <a:lvl7pPr marL="3200400" lvl="6" indent="-292100">
              <a:lnSpc>
                <a:spcPct val="100000"/>
              </a:lnSpc>
              <a:spcBef>
                <a:spcPts val="0"/>
              </a:spcBef>
              <a:spcAft>
                <a:spcPts val="0"/>
              </a:spcAft>
              <a:buSzPts val="1000"/>
              <a:buChar char="●"/>
              <a:defRPr sz="1000" b="1"/>
            </a:lvl7pPr>
            <a:lvl8pPr marL="3657600" lvl="7" indent="-292100">
              <a:lnSpc>
                <a:spcPct val="100000"/>
              </a:lnSpc>
              <a:spcBef>
                <a:spcPts val="0"/>
              </a:spcBef>
              <a:spcAft>
                <a:spcPts val="0"/>
              </a:spcAft>
              <a:buSzPts val="1000"/>
              <a:buChar char="○"/>
              <a:defRPr sz="1000" b="1"/>
            </a:lvl8pPr>
            <a:lvl9pPr marL="4114800" lvl="8" indent="-292100">
              <a:lnSpc>
                <a:spcPct val="100000"/>
              </a:lnSpc>
              <a:spcBef>
                <a:spcPts val="0"/>
              </a:spcBef>
              <a:spcAft>
                <a:spcPts val="0"/>
              </a:spcAft>
              <a:buSzPts val="1000"/>
              <a:buChar char="■"/>
              <a:defRPr sz="1000" b="1"/>
            </a:lvl9pPr>
          </a:lstStyle>
          <a:p>
            <a:endParaRPr/>
          </a:p>
        </p:txBody>
      </p:sp>
      <p:sp>
        <p:nvSpPr>
          <p:cNvPr id="559" name="Google Shape;559;p43"/>
          <p:cNvSpPr txBox="1">
            <a:spLocks noGrp="1"/>
          </p:cNvSpPr>
          <p:nvPr>
            <p:ph type="body" idx="8"/>
          </p:nvPr>
        </p:nvSpPr>
        <p:spPr>
          <a:xfrm>
            <a:off x="7035841" y="4183328"/>
            <a:ext cx="1823400" cy="502800"/>
          </a:xfrm>
          <a:prstGeom prst="rect">
            <a:avLst/>
          </a:prstGeom>
        </p:spPr>
        <p:txBody>
          <a:bodyPr spcFirstLastPara="1" wrap="square" lIns="0" tIns="0" rIns="0" bIns="0" anchor="b"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0"/>
              </a:spcBef>
              <a:spcAft>
                <a:spcPts val="0"/>
              </a:spcAft>
              <a:buSzPts val="1000"/>
              <a:buChar char="○"/>
              <a:defRPr sz="1000" b="1"/>
            </a:lvl2pPr>
            <a:lvl3pPr marL="1371600" lvl="2" indent="-292100">
              <a:lnSpc>
                <a:spcPct val="100000"/>
              </a:lnSpc>
              <a:spcBef>
                <a:spcPts val="0"/>
              </a:spcBef>
              <a:spcAft>
                <a:spcPts val="0"/>
              </a:spcAft>
              <a:buSzPts val="1000"/>
              <a:buChar char="■"/>
              <a:defRPr sz="1000" b="1"/>
            </a:lvl3pPr>
            <a:lvl4pPr marL="1828800" lvl="3" indent="-292100">
              <a:lnSpc>
                <a:spcPct val="100000"/>
              </a:lnSpc>
              <a:spcBef>
                <a:spcPts val="0"/>
              </a:spcBef>
              <a:spcAft>
                <a:spcPts val="0"/>
              </a:spcAft>
              <a:buSzPts val="1000"/>
              <a:buChar char="●"/>
              <a:defRPr sz="1000" b="1"/>
            </a:lvl4pPr>
            <a:lvl5pPr marL="2286000" lvl="4" indent="-292100">
              <a:lnSpc>
                <a:spcPct val="100000"/>
              </a:lnSpc>
              <a:spcBef>
                <a:spcPts val="0"/>
              </a:spcBef>
              <a:spcAft>
                <a:spcPts val="0"/>
              </a:spcAft>
              <a:buSzPts val="1000"/>
              <a:buChar char="○"/>
              <a:defRPr sz="1000" b="1"/>
            </a:lvl5pPr>
            <a:lvl6pPr marL="2743200" lvl="5" indent="-292100">
              <a:lnSpc>
                <a:spcPct val="100000"/>
              </a:lnSpc>
              <a:spcBef>
                <a:spcPts val="0"/>
              </a:spcBef>
              <a:spcAft>
                <a:spcPts val="0"/>
              </a:spcAft>
              <a:buSzPts val="1000"/>
              <a:buChar char="■"/>
              <a:defRPr sz="1000" b="1"/>
            </a:lvl6pPr>
            <a:lvl7pPr marL="3200400" lvl="6" indent="-292100">
              <a:lnSpc>
                <a:spcPct val="100000"/>
              </a:lnSpc>
              <a:spcBef>
                <a:spcPts val="0"/>
              </a:spcBef>
              <a:spcAft>
                <a:spcPts val="0"/>
              </a:spcAft>
              <a:buSzPts val="1000"/>
              <a:buChar char="●"/>
              <a:defRPr sz="1000" b="1"/>
            </a:lvl7pPr>
            <a:lvl8pPr marL="3657600" lvl="7" indent="-292100">
              <a:lnSpc>
                <a:spcPct val="100000"/>
              </a:lnSpc>
              <a:spcBef>
                <a:spcPts val="0"/>
              </a:spcBef>
              <a:spcAft>
                <a:spcPts val="0"/>
              </a:spcAft>
              <a:buSzPts val="1000"/>
              <a:buChar char="○"/>
              <a:defRPr sz="1000" b="1"/>
            </a:lvl8pPr>
            <a:lvl9pPr marL="4114800" lvl="8" indent="-292100">
              <a:lnSpc>
                <a:spcPct val="100000"/>
              </a:lnSpc>
              <a:spcBef>
                <a:spcPts val="0"/>
              </a:spcBef>
              <a:spcAft>
                <a:spcPts val="0"/>
              </a:spcAft>
              <a:buSzPts val="1000"/>
              <a:buChar char="■"/>
              <a:defRPr sz="1000" b="1"/>
            </a:lvl9pPr>
          </a:lstStyle>
          <a:p>
            <a:endParaRPr/>
          </a:p>
        </p:txBody>
      </p:sp>
      <p:sp>
        <p:nvSpPr>
          <p:cNvPr id="560" name="Google Shape;560;p43"/>
          <p:cNvSpPr/>
          <p:nvPr/>
        </p:nvSpPr>
        <p:spPr>
          <a:xfrm rot="10800000" flipH="1">
            <a:off x="-1073900" y="773300"/>
            <a:ext cx="2146200" cy="2146200"/>
          </a:xfrm>
          <a:prstGeom prst="pie">
            <a:avLst>
              <a:gd name="adj1" fmla="val 16192689"/>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61" name="Google Shape;561;p43"/>
          <p:cNvSpPr/>
          <p:nvPr/>
        </p:nvSpPr>
        <p:spPr>
          <a:xfrm rot="10800000" flipH="1">
            <a:off x="-3400" y="773300"/>
            <a:ext cx="2146200" cy="2146200"/>
          </a:xfrm>
          <a:prstGeom prst="pie">
            <a:avLst>
              <a:gd name="adj1" fmla="val 16192689"/>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62" name="Google Shape;562;p43"/>
          <p:cNvSpPr/>
          <p:nvPr/>
        </p:nvSpPr>
        <p:spPr>
          <a:xfrm rot="10800000" flipH="1">
            <a:off x="1072300" y="773300"/>
            <a:ext cx="2146200" cy="2146200"/>
          </a:xfrm>
          <a:prstGeom prst="pie">
            <a:avLst>
              <a:gd name="adj1" fmla="val 16192689"/>
              <a:gd name="adj2" fmla="val 5408708"/>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63" name="Google Shape;563;p43"/>
          <p:cNvSpPr/>
          <p:nvPr/>
        </p:nvSpPr>
        <p:spPr>
          <a:xfrm rot="10800000" flipH="1">
            <a:off x="2149393" y="773300"/>
            <a:ext cx="2146200" cy="2146200"/>
          </a:xfrm>
          <a:prstGeom prst="pie">
            <a:avLst>
              <a:gd name="adj1" fmla="val 16192689"/>
              <a:gd name="adj2" fmla="val 540870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64" name="Google Shape;564;p43"/>
          <p:cNvSpPr txBox="1">
            <a:spLocks noGrp="1"/>
          </p:cNvSpPr>
          <p:nvPr>
            <p:ph type="subTitle" idx="9"/>
          </p:nvPr>
        </p:nvSpPr>
        <p:spPr>
          <a:xfrm>
            <a:off x="289900" y="162300"/>
            <a:ext cx="21147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65" name="Google Shape;565;p43"/>
          <p:cNvSpPr txBox="1">
            <a:spLocks noGrp="1"/>
          </p:cNvSpPr>
          <p:nvPr>
            <p:ph type="subTitle" idx="13"/>
          </p:nvPr>
        </p:nvSpPr>
        <p:spPr>
          <a:xfrm>
            <a:off x="4223400" y="162300"/>
            <a:ext cx="1775100" cy="218400"/>
          </a:xfrm>
          <a:prstGeom prst="rect">
            <a:avLst/>
          </a:prstGeom>
        </p:spPr>
        <p:txBody>
          <a:bodyPr spcFirstLastPara="1" wrap="square" lIns="0" tIns="0" rIns="0" bIns="0" anchor="t" anchorCtr="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566" name="Google Shape;566;p43"/>
          <p:cNvSpPr txBox="1">
            <a:spLocks noGrp="1"/>
          </p:cNvSpPr>
          <p:nvPr>
            <p:ph type="subTitle" idx="14"/>
          </p:nvPr>
        </p:nvSpPr>
        <p:spPr>
          <a:xfrm>
            <a:off x="6571675" y="162300"/>
            <a:ext cx="2282400" cy="218400"/>
          </a:xfrm>
          <a:prstGeom prst="rect">
            <a:avLst/>
          </a:prstGeom>
        </p:spPr>
        <p:txBody>
          <a:bodyPr spcFirstLastPara="1" wrap="square" lIns="0" tIns="0" rIns="0" bIns="0" anchor="t" anchorCtr="0">
            <a:normAutofit/>
          </a:bodyPr>
          <a:lstStyle>
            <a:lvl1pPr lvl="0" algn="r">
              <a:spcBef>
                <a:spcPts val="0"/>
              </a:spcBef>
              <a:spcAft>
                <a:spcPts val="0"/>
              </a:spcAft>
              <a:buSzPts val="800"/>
              <a:buNone/>
              <a:defRPr sz="800"/>
            </a:lvl1pPr>
            <a:lvl2pPr lvl="1" algn="r">
              <a:spcBef>
                <a:spcPts val="0"/>
              </a:spcBef>
              <a:spcAft>
                <a:spcPts val="0"/>
              </a:spcAft>
              <a:buSzPts val="1100"/>
              <a:buNone/>
              <a:defRPr/>
            </a:lvl2pPr>
            <a:lvl3pPr lvl="2" algn="r">
              <a:spcBef>
                <a:spcPts val="0"/>
              </a:spcBef>
              <a:spcAft>
                <a:spcPts val="0"/>
              </a:spcAft>
              <a:buSzPts val="1100"/>
              <a:buNone/>
              <a:defRPr/>
            </a:lvl3pPr>
            <a:lvl4pPr lvl="3" algn="r">
              <a:spcBef>
                <a:spcPts val="0"/>
              </a:spcBef>
              <a:spcAft>
                <a:spcPts val="0"/>
              </a:spcAft>
              <a:buSzPts val="1100"/>
              <a:buNone/>
              <a:defRPr/>
            </a:lvl4pPr>
            <a:lvl5pPr lvl="4" algn="r">
              <a:spcBef>
                <a:spcPts val="0"/>
              </a:spcBef>
              <a:spcAft>
                <a:spcPts val="0"/>
              </a:spcAft>
              <a:buSzPts val="1100"/>
              <a:buNone/>
              <a:defRPr/>
            </a:lvl5pPr>
            <a:lvl6pPr lvl="5" algn="r">
              <a:spcBef>
                <a:spcPts val="0"/>
              </a:spcBef>
              <a:spcAft>
                <a:spcPts val="0"/>
              </a:spcAft>
              <a:buSzPts val="1100"/>
              <a:buNone/>
              <a:defRPr/>
            </a:lvl6pPr>
            <a:lvl7pPr lvl="6" algn="r">
              <a:spcBef>
                <a:spcPts val="0"/>
              </a:spcBef>
              <a:spcAft>
                <a:spcPts val="0"/>
              </a:spcAft>
              <a:buSzPts val="1100"/>
              <a:buNone/>
              <a:defRPr/>
            </a:lvl7pPr>
            <a:lvl8pPr lvl="7" algn="r">
              <a:spcBef>
                <a:spcPts val="0"/>
              </a:spcBef>
              <a:spcAft>
                <a:spcPts val="0"/>
              </a:spcAft>
              <a:buSzPts val="1100"/>
              <a:buNone/>
              <a:defRPr/>
            </a:lvl8pPr>
            <a:lvl9pPr lvl="8" algn="r">
              <a:spcBef>
                <a:spcPts val="0"/>
              </a:spcBef>
              <a:spcAft>
                <a:spcPts val="0"/>
              </a:spcAft>
              <a:buSzPts val="1100"/>
              <a:buNone/>
              <a:defRPr/>
            </a:lvl9pPr>
          </a:lstStyle>
          <a:p>
            <a:endParaRPr/>
          </a:p>
        </p:txBody>
      </p:sp>
      <p:sp>
        <p:nvSpPr>
          <p:cNvPr id="567" name="Google Shape;567;p43"/>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68" name="Google Shape;568;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atin typeface="Poppins"/>
                <a:ea typeface="Poppins"/>
                <a:cs typeface="Poppins"/>
                <a:sym typeface="Poppins"/>
              </a:defRPr>
            </a:lvl1pPr>
            <a:lvl2pPr lvl="1">
              <a:buNone/>
              <a:defRPr sz="1300">
                <a:latin typeface="Poppins"/>
                <a:ea typeface="Poppins"/>
                <a:cs typeface="Poppins"/>
                <a:sym typeface="Poppins"/>
              </a:defRPr>
            </a:lvl2pPr>
            <a:lvl3pPr lvl="2">
              <a:buNone/>
              <a:defRPr sz="1300">
                <a:latin typeface="Poppins"/>
                <a:ea typeface="Poppins"/>
                <a:cs typeface="Poppins"/>
                <a:sym typeface="Poppins"/>
              </a:defRPr>
            </a:lvl3pPr>
            <a:lvl4pPr lvl="3">
              <a:buNone/>
              <a:defRPr sz="1300">
                <a:latin typeface="Poppins"/>
                <a:ea typeface="Poppins"/>
                <a:cs typeface="Poppins"/>
                <a:sym typeface="Poppins"/>
              </a:defRPr>
            </a:lvl4pPr>
            <a:lvl5pPr lvl="4">
              <a:buNone/>
              <a:defRPr sz="1300">
                <a:latin typeface="Poppins"/>
                <a:ea typeface="Poppins"/>
                <a:cs typeface="Poppins"/>
                <a:sym typeface="Poppins"/>
              </a:defRPr>
            </a:lvl5pPr>
            <a:lvl6pPr lvl="5">
              <a:buNone/>
              <a:defRPr sz="1300">
                <a:latin typeface="Poppins"/>
                <a:ea typeface="Poppins"/>
                <a:cs typeface="Poppins"/>
                <a:sym typeface="Poppins"/>
              </a:defRPr>
            </a:lvl6pPr>
            <a:lvl7pPr lvl="6">
              <a:buNone/>
              <a:defRPr sz="1300">
                <a:latin typeface="Poppins"/>
                <a:ea typeface="Poppins"/>
                <a:cs typeface="Poppins"/>
                <a:sym typeface="Poppins"/>
              </a:defRPr>
            </a:lvl7pPr>
            <a:lvl8pPr lvl="7">
              <a:buNone/>
              <a:defRPr sz="1300">
                <a:latin typeface="Poppins"/>
                <a:ea typeface="Poppins"/>
                <a:cs typeface="Poppins"/>
                <a:sym typeface="Poppins"/>
              </a:defRPr>
            </a:lvl8pPr>
            <a:lvl9pPr lvl="8">
              <a:buNone/>
              <a:defRPr sz="1300">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lose &amp; QA">
  <p:cSld name="CUSTOM_3">
    <p:spTree>
      <p:nvGrpSpPr>
        <p:cNvPr id="1" name="Shape 569"/>
        <p:cNvGrpSpPr/>
        <p:nvPr/>
      </p:nvGrpSpPr>
      <p:grpSpPr>
        <a:xfrm>
          <a:off x="0" y="0"/>
          <a:ext cx="0" cy="0"/>
          <a:chOff x="0" y="0"/>
          <a:chExt cx="0" cy="0"/>
        </a:xfrm>
      </p:grpSpPr>
      <p:sp>
        <p:nvSpPr>
          <p:cNvPr id="570" name="Google Shape;570;p44"/>
          <p:cNvSpPr/>
          <p:nvPr/>
        </p:nvSpPr>
        <p:spPr>
          <a:xfrm rot="-5400000">
            <a:off x="3889697" y="1638900"/>
            <a:ext cx="3510600" cy="3498600"/>
          </a:xfrm>
          <a:prstGeom prst="pie">
            <a:avLst>
              <a:gd name="adj1" fmla="val 0"/>
              <a:gd name="adj2" fmla="val 10803188"/>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1" name="Google Shape;571;p44"/>
          <p:cNvSpPr txBox="1">
            <a:spLocks noGrp="1"/>
          </p:cNvSpPr>
          <p:nvPr>
            <p:ph type="subTitle" idx="1"/>
          </p:nvPr>
        </p:nvSpPr>
        <p:spPr>
          <a:xfrm>
            <a:off x="284700" y="3566350"/>
            <a:ext cx="4557300" cy="1227300"/>
          </a:xfrm>
          <a:prstGeom prst="rect">
            <a:avLst/>
          </a:prstGeom>
        </p:spPr>
        <p:txBody>
          <a:bodyPr spcFirstLastPara="1" wrap="square" lIns="0" tIns="91425" rIns="91425" bIns="91425" anchor="t" anchorCtr="0">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a:endParaRPr/>
          </a:p>
        </p:txBody>
      </p:sp>
      <p:sp>
        <p:nvSpPr>
          <p:cNvPr id="572" name="Google Shape;572;p44"/>
          <p:cNvSpPr/>
          <p:nvPr/>
        </p:nvSpPr>
        <p:spPr>
          <a:xfrm>
            <a:off x="3890550" y="-1634700"/>
            <a:ext cx="3509100" cy="3267600"/>
          </a:xfrm>
          <a:prstGeom prst="pie">
            <a:avLst>
              <a:gd name="adj1" fmla="val 0"/>
              <a:gd name="adj2" fmla="val 5401683"/>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3" name="Google Shape;573;p44"/>
          <p:cNvSpPr/>
          <p:nvPr/>
        </p:nvSpPr>
        <p:spPr>
          <a:xfrm rot="-5400000">
            <a:off x="3889697" y="1638900"/>
            <a:ext cx="3510600" cy="3498600"/>
          </a:xfrm>
          <a:prstGeom prst="pie">
            <a:avLst>
              <a:gd name="adj1" fmla="val 5409954"/>
              <a:gd name="adj2" fmla="val 10803188"/>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4" name="Google Shape;574;p44"/>
          <p:cNvSpPr/>
          <p:nvPr/>
        </p:nvSpPr>
        <p:spPr>
          <a:xfrm rot="-5400000">
            <a:off x="5639256" y="1638900"/>
            <a:ext cx="3510600" cy="3498600"/>
          </a:xfrm>
          <a:prstGeom prst="pie">
            <a:avLst>
              <a:gd name="adj1" fmla="val 0"/>
              <a:gd name="adj2" fmla="val 10803188"/>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5" name="Google Shape;575;p44"/>
          <p:cNvSpPr/>
          <p:nvPr/>
        </p:nvSpPr>
        <p:spPr>
          <a:xfrm>
            <a:off x="5640000" y="-1634700"/>
            <a:ext cx="3509100" cy="3267600"/>
          </a:xfrm>
          <a:prstGeom prst="pie">
            <a:avLst>
              <a:gd name="adj1" fmla="val 0"/>
              <a:gd name="adj2" fmla="val 5400368"/>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6" name="Google Shape;576;p44"/>
          <p:cNvSpPr txBox="1">
            <a:spLocks noGrp="1"/>
          </p:cNvSpPr>
          <p:nvPr>
            <p:ph type="title"/>
          </p:nvPr>
        </p:nvSpPr>
        <p:spPr>
          <a:xfrm>
            <a:off x="284700" y="229302"/>
            <a:ext cx="4287300" cy="3069600"/>
          </a:xfrm>
          <a:prstGeom prst="rect">
            <a:avLst/>
          </a:prstGeom>
        </p:spPr>
        <p:txBody>
          <a:bodyPr spcFirstLastPara="1" wrap="square" lIns="91425" tIns="91425" rIns="91425" bIns="91425" anchor="b" anchorCtr="0">
            <a:norm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a:endParaRPr/>
          </a:p>
        </p:txBody>
      </p:sp>
      <p:sp>
        <p:nvSpPr>
          <p:cNvPr id="577" name="Google Shape;577;p44"/>
          <p:cNvSpPr txBox="1"/>
          <p:nvPr/>
        </p:nvSpPr>
        <p:spPr>
          <a:xfrm>
            <a:off x="6720300" y="4683627"/>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
        <p:nvSpPr>
          <p:cNvPr id="578" name="Google Shape;578;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with 4 Columns 1 - Left Align 1">
  <p:cSld name="BLANK_1_3">
    <p:spTree>
      <p:nvGrpSpPr>
        <p:cNvPr id="1" name="Shape 579"/>
        <p:cNvGrpSpPr/>
        <p:nvPr/>
      </p:nvGrpSpPr>
      <p:grpSpPr>
        <a:xfrm>
          <a:off x="0" y="0"/>
          <a:ext cx="0" cy="0"/>
          <a:chOff x="0" y="0"/>
          <a:chExt cx="0" cy="0"/>
        </a:xfrm>
      </p:grpSpPr>
      <p:sp>
        <p:nvSpPr>
          <p:cNvPr id="580" name="Google Shape;580;p45"/>
          <p:cNvSpPr txBox="1">
            <a:spLocks noGrp="1"/>
          </p:cNvSpPr>
          <p:nvPr>
            <p:ph type="sldNum" idx="12"/>
          </p:nvPr>
        </p:nvSpPr>
        <p:spPr>
          <a:xfrm>
            <a:off x="8472544"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1" name="Google Shape;581;p45"/>
          <p:cNvSpPr txBox="1">
            <a:spLocks noGrp="1"/>
          </p:cNvSpPr>
          <p:nvPr>
            <p:ph type="body" idx="1"/>
          </p:nvPr>
        </p:nvSpPr>
        <p:spPr>
          <a:xfrm>
            <a:off x="397868" y="1305306"/>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82" name="Google Shape;582;p45"/>
          <p:cNvSpPr txBox="1">
            <a:spLocks noGrp="1"/>
          </p:cNvSpPr>
          <p:nvPr>
            <p:ph type="body" idx="2"/>
          </p:nvPr>
        </p:nvSpPr>
        <p:spPr>
          <a:xfrm>
            <a:off x="2123257" y="1305766"/>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83" name="Google Shape;583;p45"/>
          <p:cNvSpPr txBox="1">
            <a:spLocks noGrp="1"/>
          </p:cNvSpPr>
          <p:nvPr>
            <p:ph type="body" idx="3"/>
          </p:nvPr>
        </p:nvSpPr>
        <p:spPr>
          <a:xfrm>
            <a:off x="3848646" y="1305760"/>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84" name="Google Shape;584;p45"/>
          <p:cNvSpPr txBox="1">
            <a:spLocks noGrp="1"/>
          </p:cNvSpPr>
          <p:nvPr>
            <p:ph type="title"/>
          </p:nvPr>
        </p:nvSpPr>
        <p:spPr>
          <a:xfrm>
            <a:off x="311703" y="1459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9pPr>
          </a:lstStyle>
          <a:p>
            <a:endParaRPr/>
          </a:p>
        </p:txBody>
      </p:sp>
      <p:sp>
        <p:nvSpPr>
          <p:cNvPr id="585" name="Google Shape;585;p45"/>
          <p:cNvSpPr txBox="1">
            <a:spLocks noGrp="1"/>
          </p:cNvSpPr>
          <p:nvPr>
            <p:ph type="body" idx="4"/>
          </p:nvPr>
        </p:nvSpPr>
        <p:spPr>
          <a:xfrm>
            <a:off x="5574035" y="1305760"/>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with 4 Columns - Right Align 1">
  <p:cSld name="BLANK_3">
    <p:spTree>
      <p:nvGrpSpPr>
        <p:cNvPr id="1" name="Shape 586"/>
        <p:cNvGrpSpPr/>
        <p:nvPr/>
      </p:nvGrpSpPr>
      <p:grpSpPr>
        <a:xfrm>
          <a:off x="0" y="0"/>
          <a:ext cx="0" cy="0"/>
          <a:chOff x="0" y="0"/>
          <a:chExt cx="0" cy="0"/>
        </a:xfrm>
      </p:grpSpPr>
      <p:sp>
        <p:nvSpPr>
          <p:cNvPr id="587" name="Google Shape;587;p46"/>
          <p:cNvSpPr txBox="1">
            <a:spLocks noGrp="1"/>
          </p:cNvSpPr>
          <p:nvPr>
            <p:ph type="sldNum" idx="12"/>
          </p:nvPr>
        </p:nvSpPr>
        <p:spPr>
          <a:xfrm>
            <a:off x="8472544"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88" name="Google Shape;588;p46"/>
          <p:cNvSpPr txBox="1">
            <a:spLocks noGrp="1"/>
          </p:cNvSpPr>
          <p:nvPr>
            <p:ph type="body" idx="1"/>
          </p:nvPr>
        </p:nvSpPr>
        <p:spPr>
          <a:xfrm>
            <a:off x="1941320" y="1305306"/>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89" name="Google Shape;589;p46"/>
          <p:cNvSpPr txBox="1">
            <a:spLocks noGrp="1"/>
          </p:cNvSpPr>
          <p:nvPr>
            <p:ph type="body" idx="2"/>
          </p:nvPr>
        </p:nvSpPr>
        <p:spPr>
          <a:xfrm>
            <a:off x="3666709" y="1305766"/>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90" name="Google Shape;590;p46"/>
          <p:cNvSpPr txBox="1">
            <a:spLocks noGrp="1"/>
          </p:cNvSpPr>
          <p:nvPr>
            <p:ph type="body" idx="3"/>
          </p:nvPr>
        </p:nvSpPr>
        <p:spPr>
          <a:xfrm>
            <a:off x="5392098" y="1305760"/>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591" name="Google Shape;591;p46"/>
          <p:cNvSpPr txBox="1">
            <a:spLocks noGrp="1"/>
          </p:cNvSpPr>
          <p:nvPr>
            <p:ph type="title"/>
          </p:nvPr>
        </p:nvSpPr>
        <p:spPr>
          <a:xfrm>
            <a:off x="311703" y="1459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1pPr>
            <a:lvl2pPr lvl="1"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2pPr>
            <a:lvl3pPr lvl="2"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3pPr>
            <a:lvl4pPr lvl="3"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4pPr>
            <a:lvl5pPr lvl="4"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5pPr>
            <a:lvl6pPr lvl="5"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6pPr>
            <a:lvl7pPr lvl="6"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7pPr>
            <a:lvl8pPr lvl="7"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8pPr>
            <a:lvl9pPr lvl="8" algn="l">
              <a:lnSpc>
                <a:spcPct val="100000"/>
              </a:lnSpc>
              <a:spcBef>
                <a:spcPts val="0"/>
              </a:spcBef>
              <a:spcAft>
                <a:spcPts val="0"/>
              </a:spcAft>
              <a:buSzPts val="2800"/>
              <a:buFont typeface="Roboto Condensed"/>
              <a:buNone/>
              <a:defRPr>
                <a:latin typeface="Roboto Condensed"/>
                <a:ea typeface="Roboto Condensed"/>
                <a:cs typeface="Roboto Condensed"/>
                <a:sym typeface="Roboto Condensed"/>
              </a:defRPr>
            </a:lvl9pPr>
          </a:lstStyle>
          <a:p>
            <a:endParaRPr/>
          </a:p>
        </p:txBody>
      </p:sp>
      <p:sp>
        <p:nvSpPr>
          <p:cNvPr id="592" name="Google Shape;592;p46"/>
          <p:cNvSpPr txBox="1">
            <a:spLocks noGrp="1"/>
          </p:cNvSpPr>
          <p:nvPr>
            <p:ph type="body" idx="4"/>
          </p:nvPr>
        </p:nvSpPr>
        <p:spPr>
          <a:xfrm>
            <a:off x="7117487" y="1305760"/>
            <a:ext cx="1714800" cy="33054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sz="800"/>
            </a:lvl1pPr>
            <a:lvl2pPr marL="914400" lvl="1" indent="-279400" algn="l">
              <a:lnSpc>
                <a:spcPct val="115000"/>
              </a:lnSpc>
              <a:spcBef>
                <a:spcPts val="1600"/>
              </a:spcBef>
              <a:spcAft>
                <a:spcPts val="0"/>
              </a:spcAft>
              <a:buSzPts val="800"/>
              <a:buChar char="○"/>
              <a:defRPr sz="800"/>
            </a:lvl2pPr>
            <a:lvl3pPr marL="1371600" lvl="2" indent="-279400" algn="l">
              <a:lnSpc>
                <a:spcPct val="115000"/>
              </a:lnSpc>
              <a:spcBef>
                <a:spcPts val="1600"/>
              </a:spcBef>
              <a:spcAft>
                <a:spcPts val="0"/>
              </a:spcAft>
              <a:buSzPts val="800"/>
              <a:buChar char="■"/>
              <a:defRPr sz="8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catalog.data.gov/dataset/u-s-chronic-disease-indicators"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data.census.gov/tabl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data.census.gov/table"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hyperlink" Target="https://www.cdc.gov/diabetes/communication-resources/diabetes-statistics.html?utm_source=chatgpt.com" TargetMode="External"/><Relationship Id="rId4" Type="http://schemas.openxmlformats.org/officeDocument/2006/relationships/hyperlink" Target="https://catalog.data.gov/dataset/u-s-chronic-disease-indicato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47"/>
          <p:cNvSpPr txBox="1">
            <a:spLocks noGrp="1"/>
          </p:cNvSpPr>
          <p:nvPr>
            <p:ph type="body" idx="1"/>
          </p:nvPr>
        </p:nvSpPr>
        <p:spPr>
          <a:xfrm>
            <a:off x="397875" y="1133850"/>
            <a:ext cx="3992400" cy="37980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Clr>
                <a:srgbClr val="000000"/>
              </a:buClr>
              <a:buSzPts val="800"/>
              <a:buFont typeface="Arial"/>
              <a:buNone/>
            </a:pPr>
            <a:r>
              <a:rPr lang="en" sz="1100" b="1">
                <a:solidFill>
                  <a:schemeClr val="dk1"/>
                </a:solidFill>
              </a:rPr>
              <a:t>Background</a:t>
            </a:r>
            <a:endParaRPr sz="1100" b="1">
              <a:solidFill>
                <a:srgbClr val="3C3D3E"/>
              </a:solidFill>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rPr>
              <a:t>According to the Centers for Disease Control and Prevention (2024), approximately </a:t>
            </a:r>
            <a:r>
              <a:rPr lang="en" sz="1000" b="1">
                <a:solidFill>
                  <a:srgbClr val="E34A06"/>
                </a:solidFill>
              </a:rPr>
              <a:t>38 million people in the United States have diabetes</a:t>
            </a:r>
            <a:r>
              <a:rPr lang="en" sz="1000">
                <a:solidFill>
                  <a:srgbClr val="3C3D3E"/>
                </a:solidFill>
              </a:rPr>
              <a:t>, which is frequently observed alongside other chronic diseases such as cardiovascular disease and COPD. These</a:t>
            </a:r>
            <a:r>
              <a:rPr lang="en" sz="1000" b="1">
                <a:solidFill>
                  <a:srgbClr val="E34A06"/>
                </a:solidFill>
              </a:rPr>
              <a:t> co-occurring</a:t>
            </a:r>
            <a:r>
              <a:rPr lang="en" sz="1000">
                <a:solidFill>
                  <a:srgbClr val="3C3D3E"/>
                </a:solidFill>
              </a:rPr>
              <a:t> rates differ between states.</a:t>
            </a:r>
            <a:endParaRPr sz="1000">
              <a:solidFill>
                <a:srgbClr val="3C3D3E"/>
              </a:solidFill>
            </a:endParaRPr>
          </a:p>
          <a:p>
            <a:pPr marL="0" lvl="0" indent="0" algn="l" rtl="0">
              <a:lnSpc>
                <a:spcPct val="115000"/>
              </a:lnSpc>
              <a:spcBef>
                <a:spcPts val="500"/>
              </a:spcBef>
              <a:spcAft>
                <a:spcPts val="0"/>
              </a:spcAft>
              <a:buSzPts val="800"/>
              <a:buNone/>
            </a:pPr>
            <a:r>
              <a:rPr lang="en" sz="1100" b="1">
                <a:solidFill>
                  <a:schemeClr val="dk1"/>
                </a:solidFill>
              </a:rPr>
              <a:t>Motivation</a:t>
            </a:r>
            <a:endParaRPr sz="1100" b="1">
              <a:solidFill>
                <a:srgbClr val="3C3D3E"/>
              </a:solidFill>
            </a:endParaRPr>
          </a:p>
          <a:p>
            <a:pPr marL="0" lvl="0" indent="0" algn="l" rtl="0">
              <a:spcBef>
                <a:spcPts val="500"/>
              </a:spcBef>
              <a:spcAft>
                <a:spcPts val="0"/>
              </a:spcAft>
              <a:buSzPts val="800"/>
              <a:buNone/>
            </a:pPr>
            <a:r>
              <a:rPr lang="en" sz="1000">
                <a:solidFill>
                  <a:srgbClr val="3C3D3E"/>
                </a:solidFill>
              </a:rPr>
              <a:t>The purpose of this project is to conduct an exploratory data analysis (EDA) to:</a:t>
            </a:r>
            <a:endParaRPr sz="1000">
              <a:solidFill>
                <a:srgbClr val="3C3D3E"/>
              </a:solidFill>
            </a:endParaRPr>
          </a:p>
          <a:p>
            <a:pPr marL="457200" lvl="0" indent="-292100" algn="l" rtl="0">
              <a:spcBef>
                <a:spcPts val="500"/>
              </a:spcBef>
              <a:spcAft>
                <a:spcPts val="0"/>
              </a:spcAft>
              <a:buClr>
                <a:srgbClr val="3C3D3E"/>
              </a:buClr>
              <a:buSzPts val="1000"/>
              <a:buChar char="●"/>
            </a:pPr>
            <a:r>
              <a:rPr lang="en" sz="1000">
                <a:solidFill>
                  <a:srgbClr val="3C3D3E"/>
                </a:solidFill>
              </a:rPr>
              <a:t>Evaluate relationships and uncover patterns between </a:t>
            </a:r>
            <a:r>
              <a:rPr lang="en" sz="1000" b="1">
                <a:solidFill>
                  <a:srgbClr val="E34A06"/>
                </a:solidFill>
              </a:rPr>
              <a:t>diabetes</a:t>
            </a:r>
            <a:r>
              <a:rPr lang="en" sz="1000">
                <a:solidFill>
                  <a:srgbClr val="3C3D3E"/>
                </a:solidFill>
              </a:rPr>
              <a:t> and other </a:t>
            </a:r>
            <a:r>
              <a:rPr lang="en" sz="1000" b="1">
                <a:solidFill>
                  <a:srgbClr val="E34A06"/>
                </a:solidFill>
              </a:rPr>
              <a:t>chronic diseases</a:t>
            </a:r>
            <a:r>
              <a:rPr lang="en" sz="1000">
                <a:solidFill>
                  <a:srgbClr val="3C3D3E"/>
                </a:solidFill>
              </a:rPr>
              <a:t> at the </a:t>
            </a:r>
            <a:r>
              <a:rPr lang="en" sz="1000" b="1">
                <a:solidFill>
                  <a:srgbClr val="E34A06"/>
                </a:solidFill>
              </a:rPr>
              <a:t>state level</a:t>
            </a:r>
            <a:r>
              <a:rPr lang="en" sz="1000">
                <a:solidFill>
                  <a:srgbClr val="3C3D3E"/>
                </a:solidFill>
              </a:rPr>
              <a:t>.</a:t>
            </a:r>
            <a:endParaRPr sz="1000">
              <a:solidFill>
                <a:srgbClr val="3C3D3E"/>
              </a:solidFill>
            </a:endParaRPr>
          </a:p>
          <a:p>
            <a:pPr marL="457200" lvl="0" indent="-292100" algn="l" rtl="0">
              <a:spcBef>
                <a:spcPts val="0"/>
              </a:spcBef>
              <a:spcAft>
                <a:spcPts val="0"/>
              </a:spcAft>
              <a:buClr>
                <a:srgbClr val="3C3D3E"/>
              </a:buClr>
              <a:buSzPts val="1000"/>
              <a:buChar char="●"/>
            </a:pPr>
            <a:r>
              <a:rPr lang="en" sz="1000">
                <a:solidFill>
                  <a:srgbClr val="3C3D3E"/>
                </a:solidFill>
              </a:rPr>
              <a:t>Provide</a:t>
            </a:r>
            <a:r>
              <a:rPr lang="en" sz="1000" b="1">
                <a:solidFill>
                  <a:srgbClr val="E34A06"/>
                </a:solidFill>
              </a:rPr>
              <a:t> insight</a:t>
            </a:r>
            <a:r>
              <a:rPr lang="en" sz="1000">
                <a:solidFill>
                  <a:srgbClr val="3C3D3E"/>
                </a:solidFill>
              </a:rPr>
              <a:t> into</a:t>
            </a:r>
            <a:r>
              <a:rPr lang="en" sz="1000" b="1">
                <a:solidFill>
                  <a:srgbClr val="E34A06"/>
                </a:solidFill>
              </a:rPr>
              <a:t> groups</a:t>
            </a:r>
            <a:r>
              <a:rPr lang="en" sz="1000">
                <a:solidFill>
                  <a:srgbClr val="3C3D3E"/>
                </a:solidFill>
              </a:rPr>
              <a:t> that are disproportionately affected and the </a:t>
            </a:r>
            <a:r>
              <a:rPr lang="en" sz="1000" b="1">
                <a:solidFill>
                  <a:srgbClr val="E34A06"/>
                </a:solidFill>
              </a:rPr>
              <a:t>factors</a:t>
            </a:r>
            <a:r>
              <a:rPr lang="en" sz="1000">
                <a:solidFill>
                  <a:srgbClr val="3C3D3E"/>
                </a:solidFill>
              </a:rPr>
              <a:t> driving this disparity. </a:t>
            </a:r>
            <a:endParaRPr sz="1000">
              <a:solidFill>
                <a:srgbClr val="3C3D3E"/>
              </a:solidFill>
            </a:endParaRPr>
          </a:p>
          <a:p>
            <a:pPr marL="0" lvl="0" indent="0" algn="l" rtl="0">
              <a:spcBef>
                <a:spcPts val="500"/>
              </a:spcBef>
              <a:spcAft>
                <a:spcPts val="0"/>
              </a:spcAft>
              <a:buNone/>
            </a:pPr>
            <a:r>
              <a:rPr lang="en" sz="1000">
                <a:solidFill>
                  <a:srgbClr val="3C3D3E"/>
                </a:solidFill>
              </a:rPr>
              <a:t>Our aim is to </a:t>
            </a:r>
            <a:r>
              <a:rPr lang="en" sz="1000" b="1">
                <a:solidFill>
                  <a:srgbClr val="E34A06"/>
                </a:solidFill>
              </a:rPr>
              <a:t>inform</a:t>
            </a:r>
            <a:r>
              <a:rPr lang="en" sz="1000">
                <a:solidFill>
                  <a:srgbClr val="3C3D3E"/>
                </a:solidFill>
              </a:rPr>
              <a:t> and </a:t>
            </a:r>
            <a:r>
              <a:rPr lang="en" sz="1000" b="1">
                <a:solidFill>
                  <a:srgbClr val="E34A06"/>
                </a:solidFill>
              </a:rPr>
              <a:t>guide data scientists</a:t>
            </a:r>
            <a:r>
              <a:rPr lang="en" sz="1000">
                <a:solidFill>
                  <a:srgbClr val="3C3D3E"/>
                </a:solidFill>
              </a:rPr>
              <a:t> onboarding to this project about how we utilize data science methods to discover and share insights that can lead to the development of more effective and efficient healthcare strategies and policies to better serve the individuals in our society. </a:t>
            </a:r>
            <a:endParaRPr sz="1000">
              <a:solidFill>
                <a:srgbClr val="3C3D3E"/>
              </a:solidFill>
            </a:endParaRPr>
          </a:p>
          <a:p>
            <a:pPr marL="0" lvl="0" indent="0" algn="l" rtl="0">
              <a:spcBef>
                <a:spcPts val="500"/>
              </a:spcBef>
              <a:spcAft>
                <a:spcPts val="0"/>
              </a:spcAft>
              <a:buClr>
                <a:schemeClr val="dk1"/>
              </a:buClr>
              <a:buSzPts val="800"/>
              <a:buFont typeface="Arial"/>
              <a:buNone/>
            </a:pPr>
            <a:endParaRPr sz="1000">
              <a:solidFill>
                <a:srgbClr val="3C3D3E"/>
              </a:solidFill>
            </a:endParaRPr>
          </a:p>
        </p:txBody>
      </p:sp>
      <p:sp>
        <p:nvSpPr>
          <p:cNvPr id="598" name="Google Shape;598;p47"/>
          <p:cNvSpPr txBox="1">
            <a:spLocks noGrp="1"/>
          </p:cNvSpPr>
          <p:nvPr>
            <p:ph type="title"/>
          </p:nvPr>
        </p:nvSpPr>
        <p:spPr>
          <a:xfrm>
            <a:off x="311700" y="145925"/>
            <a:ext cx="8520600" cy="928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Exploring Diabetes and Chronic Disease Rates Across U.S. States</a:t>
            </a:r>
            <a:endParaRPr sz="2400">
              <a:solidFill>
                <a:srgbClr val="E34A06"/>
              </a:solidFill>
            </a:endParaRPr>
          </a:p>
          <a:p>
            <a:pPr marL="0" lvl="0" indent="0" algn="l" rtl="0">
              <a:lnSpc>
                <a:spcPct val="100000"/>
              </a:lnSpc>
              <a:spcBef>
                <a:spcPts val="0"/>
              </a:spcBef>
              <a:spcAft>
                <a:spcPts val="0"/>
              </a:spcAft>
              <a:buSzPts val="2800"/>
              <a:buNone/>
            </a:pPr>
            <a:r>
              <a:rPr lang="en" sz="2400">
                <a:solidFill>
                  <a:srgbClr val="FF9900"/>
                </a:solidFill>
              </a:rPr>
              <a:t>Maria Febus, Dung Hoang, &amp; Sara Jahanian | Winter 2026</a:t>
            </a:r>
            <a:endParaRPr>
              <a:solidFill>
                <a:srgbClr val="FF9900"/>
              </a:solidFill>
            </a:endParaRPr>
          </a:p>
        </p:txBody>
      </p:sp>
      <p:sp>
        <p:nvSpPr>
          <p:cNvPr id="599" name="Google Shape;599;p47"/>
          <p:cNvSpPr txBox="1">
            <a:spLocks noGrp="1"/>
          </p:cNvSpPr>
          <p:nvPr>
            <p:ph type="body" idx="1"/>
          </p:nvPr>
        </p:nvSpPr>
        <p:spPr>
          <a:xfrm>
            <a:off x="4839900" y="1133850"/>
            <a:ext cx="3992400" cy="379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Clr>
                <a:schemeClr val="dk1"/>
              </a:buClr>
              <a:buSzPts val="800"/>
              <a:buFont typeface="Arial"/>
              <a:buNone/>
            </a:pPr>
            <a:r>
              <a:rPr lang="en" sz="1100" b="1">
                <a:solidFill>
                  <a:schemeClr val="dk1"/>
                </a:solidFill>
              </a:rPr>
              <a:t>Questions</a:t>
            </a:r>
            <a:endParaRPr sz="1100" b="1">
              <a:solidFill>
                <a:schemeClr val="dk1"/>
              </a:solidFill>
            </a:endParaRPr>
          </a:p>
          <a:p>
            <a:pPr marL="457200" lvl="0" indent="-292100" algn="l" rtl="0">
              <a:lnSpc>
                <a:spcPct val="115000"/>
              </a:lnSpc>
              <a:spcBef>
                <a:spcPts val="500"/>
              </a:spcBef>
              <a:spcAft>
                <a:spcPts val="0"/>
              </a:spcAft>
              <a:buClr>
                <a:srgbClr val="3C3D3E"/>
              </a:buClr>
              <a:buSzPts val="1000"/>
              <a:buAutoNum type="arabicPeriod"/>
            </a:pPr>
            <a:r>
              <a:rPr lang="en" sz="1000">
                <a:solidFill>
                  <a:srgbClr val="3C3D3E"/>
                </a:solidFill>
              </a:rPr>
              <a:t>What </a:t>
            </a:r>
            <a:r>
              <a:rPr lang="en" sz="1000" b="1">
                <a:solidFill>
                  <a:srgbClr val="E34A06"/>
                </a:solidFill>
              </a:rPr>
              <a:t>chronic diseases</a:t>
            </a:r>
            <a:r>
              <a:rPr lang="en" sz="1000">
                <a:solidFill>
                  <a:srgbClr val="3C3D3E"/>
                </a:solidFill>
              </a:rPr>
              <a:t> are associated with higher diabetes prevalence at the state level?</a:t>
            </a:r>
            <a:endParaRPr sz="1000">
              <a:solidFill>
                <a:srgbClr val="3C3D3E"/>
              </a:solidFill>
            </a:endParaRPr>
          </a:p>
          <a:p>
            <a:pPr marL="457200" lvl="0" indent="-292100" algn="l" rtl="0">
              <a:lnSpc>
                <a:spcPct val="115000"/>
              </a:lnSpc>
              <a:spcBef>
                <a:spcPts val="0"/>
              </a:spcBef>
              <a:spcAft>
                <a:spcPts val="0"/>
              </a:spcAft>
              <a:buClr>
                <a:srgbClr val="3C3D3E"/>
              </a:buClr>
              <a:buSzPts val="1000"/>
              <a:buAutoNum type="arabicPeriod"/>
            </a:pPr>
            <a:r>
              <a:rPr lang="en" sz="1000">
                <a:solidFill>
                  <a:srgbClr val="3C3D3E"/>
                </a:solidFill>
              </a:rPr>
              <a:t>Which </a:t>
            </a:r>
            <a:r>
              <a:rPr lang="en" sz="1000" b="1">
                <a:solidFill>
                  <a:srgbClr val="E34A06"/>
                </a:solidFill>
              </a:rPr>
              <a:t>state-level socioeconomic factors</a:t>
            </a:r>
            <a:r>
              <a:rPr lang="en" sz="1000">
                <a:solidFill>
                  <a:srgbClr val="3C3D3E"/>
                </a:solidFill>
              </a:rPr>
              <a:t> ( such as income, employment, and insurance access), and local characteristics are</a:t>
            </a:r>
            <a:r>
              <a:rPr lang="en" sz="1000" b="1">
                <a:solidFill>
                  <a:srgbClr val="E34A06"/>
                </a:solidFill>
              </a:rPr>
              <a:t> most strongly</a:t>
            </a:r>
            <a:r>
              <a:rPr lang="en" sz="1000">
                <a:solidFill>
                  <a:srgbClr val="3C3D3E"/>
                </a:solidFill>
              </a:rPr>
              <a:t> </a:t>
            </a:r>
            <a:r>
              <a:rPr lang="en" sz="1000" b="1">
                <a:solidFill>
                  <a:srgbClr val="E34A06"/>
                </a:solidFill>
              </a:rPr>
              <a:t>associated</a:t>
            </a:r>
            <a:r>
              <a:rPr lang="en" sz="1000">
                <a:solidFill>
                  <a:srgbClr val="3C3D3E"/>
                </a:solidFill>
              </a:rPr>
              <a:t> with </a:t>
            </a:r>
            <a:r>
              <a:rPr lang="en" sz="1000" b="1">
                <a:solidFill>
                  <a:srgbClr val="E34A06"/>
                </a:solidFill>
              </a:rPr>
              <a:t>diabetes prevalence </a:t>
            </a:r>
            <a:r>
              <a:rPr lang="en" sz="1000">
                <a:solidFill>
                  <a:srgbClr val="3C3D3E"/>
                </a:solidFill>
              </a:rPr>
              <a:t>across U.S. states?</a:t>
            </a:r>
            <a:endParaRPr sz="1000">
              <a:solidFill>
                <a:srgbClr val="3C3D3E"/>
              </a:solidFill>
            </a:endParaRPr>
          </a:p>
          <a:p>
            <a:pPr marL="0" lvl="0" indent="0" algn="l" rtl="0">
              <a:lnSpc>
                <a:spcPct val="115000"/>
              </a:lnSpc>
              <a:spcBef>
                <a:spcPts val="500"/>
              </a:spcBef>
              <a:spcAft>
                <a:spcPts val="0"/>
              </a:spcAft>
              <a:buNone/>
            </a:pPr>
            <a:r>
              <a:rPr lang="en" sz="1100" b="1">
                <a:solidFill>
                  <a:schemeClr val="dk1"/>
                </a:solidFill>
              </a:rPr>
              <a:t>Scope </a:t>
            </a:r>
            <a:endParaRPr sz="1100" b="1">
              <a:solidFill>
                <a:schemeClr val="dk1"/>
              </a:solidFill>
            </a:endParaRPr>
          </a:p>
          <a:p>
            <a:pPr marL="457200" lvl="0" indent="-292100" algn="l" rtl="0">
              <a:lnSpc>
                <a:spcPct val="115000"/>
              </a:lnSpc>
              <a:spcBef>
                <a:spcPts val="500"/>
              </a:spcBef>
              <a:spcAft>
                <a:spcPts val="0"/>
              </a:spcAft>
              <a:buClr>
                <a:srgbClr val="3C3D3E"/>
              </a:buClr>
              <a:buSzPts val="1000"/>
              <a:buChar char="●"/>
            </a:pPr>
            <a:r>
              <a:rPr lang="en" sz="1000">
                <a:solidFill>
                  <a:srgbClr val="3C3D3E"/>
                </a:solidFill>
              </a:rPr>
              <a:t>Population: Adults 18 and over</a:t>
            </a:r>
            <a:endParaRPr sz="1000">
              <a:solidFill>
                <a:srgbClr val="3C3D3E"/>
              </a:solidFill>
            </a:endParaRPr>
          </a:p>
          <a:p>
            <a:pPr marL="457200" lvl="0" indent="-292100" algn="l" rtl="0">
              <a:lnSpc>
                <a:spcPct val="115000"/>
              </a:lnSpc>
              <a:spcBef>
                <a:spcPts val="0"/>
              </a:spcBef>
              <a:spcAft>
                <a:spcPts val="0"/>
              </a:spcAft>
              <a:buClr>
                <a:srgbClr val="3C3D3E"/>
              </a:buClr>
              <a:buSzPts val="1000"/>
              <a:buChar char="●"/>
            </a:pPr>
            <a:r>
              <a:rPr lang="en" sz="1000">
                <a:solidFill>
                  <a:srgbClr val="3C3D3E"/>
                </a:solidFill>
              </a:rPr>
              <a:t>Timeframe: 2022</a:t>
            </a:r>
            <a:endParaRPr sz="1000">
              <a:solidFill>
                <a:srgbClr val="3C3D3E"/>
              </a:solidFill>
            </a:endParaRPr>
          </a:p>
          <a:p>
            <a:pPr marL="457200" lvl="0" indent="-292100" algn="l" rtl="0">
              <a:lnSpc>
                <a:spcPct val="115000"/>
              </a:lnSpc>
              <a:spcBef>
                <a:spcPts val="0"/>
              </a:spcBef>
              <a:spcAft>
                <a:spcPts val="0"/>
              </a:spcAft>
              <a:buClr>
                <a:srgbClr val="3C3D3E"/>
              </a:buClr>
              <a:buSzPts val="1000"/>
              <a:buChar char="●"/>
            </a:pPr>
            <a:r>
              <a:rPr lang="en" sz="1000">
                <a:solidFill>
                  <a:srgbClr val="3C3D3E"/>
                </a:solidFill>
              </a:rPr>
              <a:t>Location: U.S. States</a:t>
            </a:r>
            <a:endParaRPr sz="1000">
              <a:solidFill>
                <a:srgbClr val="3C3D3E"/>
              </a:solidFill>
            </a:endParaRPr>
          </a:p>
          <a:p>
            <a:pPr marL="457200" lvl="0" indent="-292100" algn="l" rtl="0">
              <a:lnSpc>
                <a:spcPct val="115000"/>
              </a:lnSpc>
              <a:spcBef>
                <a:spcPts val="0"/>
              </a:spcBef>
              <a:spcAft>
                <a:spcPts val="0"/>
              </a:spcAft>
              <a:buClr>
                <a:srgbClr val="3C3D3E"/>
              </a:buClr>
              <a:buSzPts val="1000"/>
              <a:buChar char="●"/>
            </a:pPr>
            <a:r>
              <a:rPr lang="en" sz="1000">
                <a:solidFill>
                  <a:srgbClr val="3C3D3E"/>
                </a:solidFill>
              </a:rPr>
              <a:t>State-Level Metrics: 2022 U.S. Census Data</a:t>
            </a:r>
            <a:endParaRPr sz="1000">
              <a:solidFill>
                <a:srgbClr val="3C3D3E"/>
              </a:solidFill>
            </a:endParaRPr>
          </a:p>
          <a:p>
            <a:pPr marL="457200" lvl="0" indent="-292100" algn="l" rtl="0">
              <a:lnSpc>
                <a:spcPct val="115000"/>
              </a:lnSpc>
              <a:spcBef>
                <a:spcPts val="0"/>
              </a:spcBef>
              <a:spcAft>
                <a:spcPts val="0"/>
              </a:spcAft>
              <a:buClr>
                <a:srgbClr val="3C3D3E"/>
              </a:buClr>
              <a:buSzPts val="1000"/>
              <a:buChar char="●"/>
            </a:pPr>
            <a:r>
              <a:rPr lang="en" sz="1000">
                <a:solidFill>
                  <a:srgbClr val="3C3D3E"/>
                </a:solidFill>
              </a:rPr>
              <a:t>Chronic Diseases Covered: Diabetes, obesity, asthma, arthritis, and chronic obstructive pulmonary disease (COPD) rates </a:t>
            </a:r>
            <a:endParaRPr sz="1000">
              <a:solidFill>
                <a:srgbClr val="3C3D3E"/>
              </a:solidFill>
            </a:endParaRPr>
          </a:p>
          <a:p>
            <a:pPr marL="457200" lvl="0" indent="-292100" algn="l" rtl="0">
              <a:lnSpc>
                <a:spcPct val="115000"/>
              </a:lnSpc>
              <a:spcBef>
                <a:spcPts val="0"/>
              </a:spcBef>
              <a:spcAft>
                <a:spcPts val="0"/>
              </a:spcAft>
              <a:buClr>
                <a:srgbClr val="3C3D3E"/>
              </a:buClr>
              <a:buSzPts val="1000"/>
              <a:buChar char="●"/>
            </a:pPr>
            <a:r>
              <a:rPr lang="en" sz="1000">
                <a:solidFill>
                  <a:srgbClr val="3C3D3E"/>
                </a:solidFill>
              </a:rPr>
              <a:t>Granularity: One row per U.S. State</a:t>
            </a:r>
            <a:endParaRPr sz="1000">
              <a:solidFill>
                <a:srgbClr val="3C3D3E"/>
              </a:solidFill>
            </a:endParaRPr>
          </a:p>
        </p:txBody>
      </p:sp>
      <p:sp>
        <p:nvSpPr>
          <p:cNvPr id="600" name="Google Shape;600;p47"/>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8"/>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Data Sources</a:t>
            </a:r>
            <a:endParaRPr>
              <a:solidFill>
                <a:srgbClr val="FF9900"/>
              </a:solidFill>
            </a:endParaRPr>
          </a:p>
        </p:txBody>
      </p:sp>
      <p:graphicFrame>
        <p:nvGraphicFramePr>
          <p:cNvPr id="606" name="Google Shape;606;p48"/>
          <p:cNvGraphicFramePr/>
          <p:nvPr/>
        </p:nvGraphicFramePr>
        <p:xfrm>
          <a:off x="377131" y="3038080"/>
          <a:ext cx="3000000" cy="3000000"/>
        </p:xfrm>
        <a:graphic>
          <a:graphicData uri="http://schemas.openxmlformats.org/drawingml/2006/table">
            <a:tbl>
              <a:tblPr>
                <a:noFill/>
                <a:tableStyleId>{FD1F5B6D-A60C-4488-9640-FF3C1AE40E86}</a:tableStyleId>
              </a:tblPr>
              <a:tblGrid>
                <a:gridCol w="1184175">
                  <a:extLst>
                    <a:ext uri="{9D8B030D-6E8A-4147-A177-3AD203B41FA5}">
                      <a16:colId xmlns:a16="http://schemas.microsoft.com/office/drawing/2014/main" val="20000"/>
                    </a:ext>
                  </a:extLst>
                </a:gridCol>
                <a:gridCol w="2672600">
                  <a:extLst>
                    <a:ext uri="{9D8B030D-6E8A-4147-A177-3AD203B41FA5}">
                      <a16:colId xmlns:a16="http://schemas.microsoft.com/office/drawing/2014/main" val="20001"/>
                    </a:ext>
                  </a:extLst>
                </a:gridCol>
              </a:tblGrid>
              <a:tr h="515825">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Location</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1000" u="sng">
                          <a:solidFill>
                            <a:schemeClr val="hlink"/>
                          </a:solidFill>
                          <a:latin typeface="Lato"/>
                          <a:ea typeface="Lato"/>
                          <a:cs typeface="Lato"/>
                          <a:sym typeface="Lato"/>
                          <a:hlinkClick r:id="rId3"/>
                        </a:rPr>
                        <a:t>https://catalog.data.gov/dataset/u-s-chronic-disease-indicators</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403025">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Format</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latin typeface="Lato"/>
                          <a:ea typeface="Lato"/>
                          <a:cs typeface="Lato"/>
                          <a:sym typeface="Lato"/>
                        </a:rPr>
                        <a:t>Comma-separated values (CSV)</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r h="677000">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Access Method</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1000">
                          <a:latin typeface="Lato"/>
                          <a:ea typeface="Lato"/>
                          <a:cs typeface="Lato"/>
                          <a:sym typeface="Lato"/>
                        </a:rPr>
                        <a:t>The data is available for download in different formats. We have chosen to download CSV formatted data.</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r h="403025">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Records</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latin typeface="Lato"/>
                          <a:ea typeface="Lato"/>
                          <a:cs typeface="Lato"/>
                          <a:sym typeface="Lato"/>
                        </a:rPr>
                        <a:t>~84.0 MB (309,215 rows)</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3"/>
                  </a:ext>
                </a:extLst>
              </a:tr>
            </a:tbl>
          </a:graphicData>
        </a:graphic>
      </p:graphicFrame>
      <p:sp>
        <p:nvSpPr>
          <p:cNvPr id="607" name="Google Shape;607;p48"/>
          <p:cNvSpPr txBox="1">
            <a:spLocks noGrp="1"/>
          </p:cNvSpPr>
          <p:nvPr>
            <p:ph type="body" idx="1"/>
          </p:nvPr>
        </p:nvSpPr>
        <p:spPr>
          <a:xfrm>
            <a:off x="4572000" y="757281"/>
            <a:ext cx="4260300" cy="233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Clr>
                <a:schemeClr val="dk1"/>
              </a:buClr>
              <a:buSzPts val="800"/>
              <a:buFont typeface="Arial"/>
              <a:buNone/>
            </a:pPr>
            <a:r>
              <a:rPr lang="en" sz="1100" b="1">
                <a:solidFill>
                  <a:schemeClr val="dk1"/>
                </a:solidFill>
              </a:rPr>
              <a:t>Secondary Dataset: Census Demographic Data- ACS</a:t>
            </a:r>
            <a:endParaRPr sz="1100" b="1">
              <a:solidFill>
                <a:srgbClr val="3C3D3E"/>
              </a:solidFill>
            </a:endParaRPr>
          </a:p>
          <a:p>
            <a:pPr marL="0" marR="0" lvl="0" indent="0" algn="l" rtl="0">
              <a:lnSpc>
                <a:spcPct val="115000"/>
              </a:lnSpc>
              <a:spcBef>
                <a:spcPts val="500"/>
              </a:spcBef>
              <a:spcAft>
                <a:spcPts val="0"/>
              </a:spcAft>
              <a:buClr>
                <a:schemeClr val="dk1"/>
              </a:buClr>
              <a:buSzPts val="800"/>
              <a:buFont typeface="Arial"/>
              <a:buNone/>
            </a:pPr>
            <a:r>
              <a:rPr lang="en" sz="1000">
                <a:solidFill>
                  <a:srgbClr val="3C3D3E"/>
                </a:solidFill>
              </a:rPr>
              <a:t>The </a:t>
            </a:r>
            <a:r>
              <a:rPr lang="en" sz="1000" b="1">
                <a:solidFill>
                  <a:srgbClr val="E34A06"/>
                </a:solidFill>
              </a:rPr>
              <a:t>American Community Survey is a census that provides annual data on US people and households.</a:t>
            </a:r>
            <a:r>
              <a:rPr lang="en" sz="1000">
                <a:solidFill>
                  <a:srgbClr val="3C3D3E"/>
                </a:solidFill>
              </a:rPr>
              <a:t> The United States Census Bureau offers an interface containing census data where users can select measures of interest and download the Data Profiles. The dataset includes only responses from the 2022 Census survey.</a:t>
            </a:r>
            <a:endParaRPr sz="1000">
              <a:solidFill>
                <a:srgbClr val="3C3D3E"/>
              </a:solidFill>
            </a:endParaRPr>
          </a:p>
          <a:p>
            <a:pPr marL="0" marR="0" lvl="0" indent="0" algn="l" rtl="0">
              <a:lnSpc>
                <a:spcPct val="115000"/>
              </a:lnSpc>
              <a:spcBef>
                <a:spcPts val="500"/>
              </a:spcBef>
              <a:spcAft>
                <a:spcPts val="0"/>
              </a:spcAft>
              <a:buClr>
                <a:schemeClr val="dk1"/>
              </a:buClr>
              <a:buSzPts val="800"/>
              <a:buFont typeface="Arial"/>
              <a:buNone/>
            </a:pPr>
            <a:r>
              <a:rPr lang="en" sz="1000">
                <a:solidFill>
                  <a:srgbClr val="3C3D3E"/>
                </a:solidFill>
              </a:rPr>
              <a:t>“Data Profiles contain the most popular social, economic, housing, and demographic data for a single geographic area.“ (US Census, 2022)</a:t>
            </a:r>
            <a:endParaRPr sz="1000">
              <a:solidFill>
                <a:srgbClr val="3C3D3E"/>
              </a:solidFill>
            </a:endParaRPr>
          </a:p>
          <a:p>
            <a:pPr marL="0" marR="0" lvl="0" indent="0" algn="l" rtl="0">
              <a:lnSpc>
                <a:spcPct val="115000"/>
              </a:lnSpc>
              <a:spcBef>
                <a:spcPts val="500"/>
              </a:spcBef>
              <a:spcAft>
                <a:spcPts val="0"/>
              </a:spcAft>
              <a:buClr>
                <a:schemeClr val="dk1"/>
              </a:buClr>
              <a:buSzPts val="800"/>
              <a:buFont typeface="Arial"/>
              <a:buNone/>
            </a:pPr>
            <a:r>
              <a:rPr lang="en" sz="1000">
                <a:solidFill>
                  <a:srgbClr val="3C3D3E"/>
                </a:solidFill>
              </a:rPr>
              <a:t>Important Variables:</a:t>
            </a:r>
            <a:r>
              <a:rPr lang="en" sz="1000" b="1">
                <a:solidFill>
                  <a:srgbClr val="E34A06"/>
                </a:solidFill>
              </a:rPr>
              <a:t> U.S. state</a:t>
            </a:r>
            <a:r>
              <a:rPr lang="en" sz="1000">
                <a:solidFill>
                  <a:srgbClr val="3C3D3E"/>
                </a:solidFill>
              </a:rPr>
              <a:t> and</a:t>
            </a:r>
            <a:r>
              <a:rPr lang="en" sz="1000" b="1">
                <a:solidFill>
                  <a:srgbClr val="E34A06"/>
                </a:solidFill>
              </a:rPr>
              <a:t> estimate values</a:t>
            </a:r>
            <a:r>
              <a:rPr lang="en" sz="1000">
                <a:solidFill>
                  <a:srgbClr val="3C3D3E"/>
                </a:solidFill>
              </a:rPr>
              <a:t> of socioeconomic metrics (population, income, insurance status, employment status, and work transportation method).</a:t>
            </a:r>
            <a:endParaRPr sz="1000">
              <a:solidFill>
                <a:srgbClr val="3C3D3E"/>
              </a:solidFill>
            </a:endParaRPr>
          </a:p>
          <a:p>
            <a:pPr marL="0" lvl="0" indent="0" algn="l" rtl="0">
              <a:spcBef>
                <a:spcPts val="500"/>
              </a:spcBef>
              <a:spcAft>
                <a:spcPts val="0"/>
              </a:spcAft>
              <a:buSzPts val="800"/>
              <a:buNone/>
            </a:pPr>
            <a:endParaRPr sz="1000">
              <a:solidFill>
                <a:srgbClr val="3C3D3E"/>
              </a:solidFill>
            </a:endParaRPr>
          </a:p>
        </p:txBody>
      </p:sp>
      <p:graphicFrame>
        <p:nvGraphicFramePr>
          <p:cNvPr id="608" name="Google Shape;608;p48"/>
          <p:cNvGraphicFramePr/>
          <p:nvPr/>
        </p:nvGraphicFramePr>
        <p:xfrm>
          <a:off x="4615050" y="3038055"/>
          <a:ext cx="3000000" cy="3000000"/>
        </p:xfrm>
        <a:graphic>
          <a:graphicData uri="http://schemas.openxmlformats.org/drawingml/2006/table">
            <a:tbl>
              <a:tblPr>
                <a:noFill/>
                <a:tableStyleId>{FD1F5B6D-A60C-4488-9640-FF3C1AE40E86}</a:tableStyleId>
              </a:tblPr>
              <a:tblGrid>
                <a:gridCol w="1281600">
                  <a:extLst>
                    <a:ext uri="{9D8B030D-6E8A-4147-A177-3AD203B41FA5}">
                      <a16:colId xmlns:a16="http://schemas.microsoft.com/office/drawing/2014/main" val="20000"/>
                    </a:ext>
                  </a:extLst>
                </a:gridCol>
                <a:gridCol w="2892600">
                  <a:extLst>
                    <a:ext uri="{9D8B030D-6E8A-4147-A177-3AD203B41FA5}">
                      <a16:colId xmlns:a16="http://schemas.microsoft.com/office/drawing/2014/main" val="20001"/>
                    </a:ext>
                  </a:extLst>
                </a:gridCol>
              </a:tblGrid>
              <a:tr h="491400">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Location</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u="sng">
                          <a:solidFill>
                            <a:schemeClr val="hlink"/>
                          </a:solidFill>
                          <a:latin typeface="Lato"/>
                          <a:ea typeface="Lato"/>
                          <a:cs typeface="Lato"/>
                          <a:sym typeface="Lato"/>
                          <a:hlinkClick r:id="rId4"/>
                        </a:rPr>
                        <a:t>https://data.census.gov/table</a:t>
                      </a:r>
                      <a:r>
                        <a:rPr lang="en" sz="1000" u="sng">
                          <a:solidFill>
                            <a:schemeClr val="hlink"/>
                          </a:solidFill>
                          <a:latin typeface="Lato"/>
                          <a:ea typeface="Lato"/>
                          <a:cs typeface="Lato"/>
                          <a:sym typeface="Lato"/>
                        </a:rPr>
                        <a:t> </a:t>
                      </a:r>
                      <a:endParaRPr sz="1000">
                        <a:solidFill>
                          <a:schemeClr val="dk1"/>
                        </a:solidFill>
                        <a:latin typeface="Lato"/>
                        <a:ea typeface="Lato"/>
                        <a:cs typeface="Lato"/>
                        <a:sym typeface="Lato"/>
                      </a:endParaRPr>
                    </a:p>
                    <a:p>
                      <a:pPr marL="0" lvl="0" indent="0" algn="l" rtl="0">
                        <a:spcBef>
                          <a:spcPts val="0"/>
                        </a:spcBef>
                        <a:spcAft>
                          <a:spcPts val="0"/>
                        </a:spcAft>
                        <a:buClr>
                          <a:schemeClr val="dk1"/>
                        </a:buClr>
                        <a:buSzPts val="1100"/>
                        <a:buFont typeface="Arial"/>
                        <a:buNone/>
                      </a:pPr>
                      <a:endParaRPr sz="10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396725">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Format</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1000">
                          <a:latin typeface="Lato"/>
                          <a:ea typeface="Lato"/>
                          <a:cs typeface="Lato"/>
                          <a:sym typeface="Lato"/>
                        </a:rPr>
                        <a:t>Comma-separated values (CSV)</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r h="714050">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Access Method</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1000">
                          <a:latin typeface="Lato"/>
                          <a:ea typeface="Lato"/>
                          <a:cs typeface="Lato"/>
                          <a:sym typeface="Lato"/>
                        </a:rPr>
                        <a:t>The data is available for download in different formats. We have chosen to download CSV formatted data.</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r h="396725">
                <a:tc>
                  <a:txBody>
                    <a:bodyPr/>
                    <a:lstStyle/>
                    <a:p>
                      <a:pPr marL="0" lvl="0" indent="0" algn="l" rtl="0">
                        <a:spcBef>
                          <a:spcPts val="0"/>
                        </a:spcBef>
                        <a:spcAft>
                          <a:spcPts val="0"/>
                        </a:spcAft>
                        <a:buNone/>
                      </a:pPr>
                      <a:r>
                        <a:rPr lang="en" sz="1000" b="1">
                          <a:solidFill>
                            <a:srgbClr val="E34A06"/>
                          </a:solidFill>
                          <a:latin typeface="Lato"/>
                          <a:ea typeface="Lato"/>
                          <a:cs typeface="Lato"/>
                          <a:sym typeface="Lato"/>
                        </a:rPr>
                        <a:t>Records</a:t>
                      </a:r>
                      <a:endParaRPr sz="1000" b="1">
                        <a:solidFill>
                          <a:srgbClr val="E34A06"/>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 sz="1000">
                          <a:latin typeface="Lato"/>
                          <a:ea typeface="Lato"/>
                          <a:cs typeface="Lato"/>
                          <a:sym typeface="Lato"/>
                        </a:rPr>
                        <a:t>~1 MB (150,000 rows)</a:t>
                      </a:r>
                      <a:endParaRPr sz="1000">
                        <a:latin typeface="Lato"/>
                        <a:ea typeface="Lato"/>
                        <a:cs typeface="Lato"/>
                        <a:sym typeface="Lato"/>
                      </a:endParaRPr>
                    </a:p>
                  </a:txBody>
                  <a:tcPr marL="91425" marR="91425" marT="91425" marB="91425"/>
                </a:tc>
                <a:extLst>
                  <a:ext uri="{0D108BD9-81ED-4DB2-BD59-A6C34878D82A}">
                    <a16:rowId xmlns:a16="http://schemas.microsoft.com/office/drawing/2014/main" val="10003"/>
                  </a:ext>
                </a:extLst>
              </a:tr>
            </a:tbl>
          </a:graphicData>
        </a:graphic>
      </p:graphicFrame>
      <p:sp>
        <p:nvSpPr>
          <p:cNvPr id="609" name="Google Shape;609;p48"/>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a:t>
            </a:fld>
            <a:endParaRPr/>
          </a:p>
        </p:txBody>
      </p:sp>
      <p:sp>
        <p:nvSpPr>
          <p:cNvPr id="610" name="Google Shape;610;p48"/>
          <p:cNvSpPr txBox="1"/>
          <p:nvPr/>
        </p:nvSpPr>
        <p:spPr>
          <a:xfrm>
            <a:off x="311700" y="757675"/>
            <a:ext cx="4174200" cy="231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Primary Dataset: US Chronic Disease Indicators</a:t>
            </a:r>
            <a:endParaRPr sz="1100" b="1">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 </a:t>
            </a:r>
            <a:r>
              <a:rPr lang="en" sz="1000" b="1">
                <a:solidFill>
                  <a:srgbClr val="E34A06"/>
                </a:solidFill>
                <a:latin typeface="Lato"/>
                <a:ea typeface="Lato"/>
                <a:cs typeface="Lato"/>
                <a:sym typeface="Lato"/>
              </a:rPr>
              <a:t>primary dataset is the CDC’s 2022 Chronic Disease Indicators.</a:t>
            </a:r>
            <a:r>
              <a:rPr lang="en" sz="1000">
                <a:solidFill>
                  <a:srgbClr val="3C3D3E"/>
                </a:solidFill>
                <a:latin typeface="Lato"/>
                <a:ea typeface="Lato"/>
                <a:cs typeface="Lato"/>
                <a:sym typeface="Lato"/>
              </a:rPr>
              <a:t> This dataset is hosted by the Division of Population Health in the US Centers for Disease Control and Prevention (CDC) and contains indicators and metrics that are related to chronic disease.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“These indicators allow states and territories to uniformly define, collect, and report chronic disease data that are important to public health practice in their area.” (CDC, 2025)</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Important Variable: a</a:t>
            </a:r>
            <a:r>
              <a:rPr lang="en" sz="1000" b="1">
                <a:solidFill>
                  <a:srgbClr val="E34A06"/>
                </a:solidFill>
                <a:latin typeface="Lato"/>
                <a:ea typeface="Lato"/>
                <a:cs typeface="Lato"/>
                <a:sym typeface="Lato"/>
              </a:rPr>
              <a:t> question</a:t>
            </a:r>
            <a:r>
              <a:rPr lang="en" sz="1000">
                <a:solidFill>
                  <a:srgbClr val="3C3D3E"/>
                </a:solidFill>
                <a:latin typeface="Lato"/>
                <a:ea typeface="Lato"/>
                <a:cs typeface="Lato"/>
                <a:sym typeface="Lato"/>
              </a:rPr>
              <a:t> (or indicator) and </a:t>
            </a:r>
            <a:r>
              <a:rPr lang="en" sz="1000" b="1">
                <a:solidFill>
                  <a:srgbClr val="E34A06"/>
                </a:solidFill>
                <a:latin typeface="Lato"/>
                <a:ea typeface="Lato"/>
                <a:cs typeface="Lato"/>
                <a:sym typeface="Lato"/>
              </a:rPr>
              <a:t>measure</a:t>
            </a:r>
            <a:r>
              <a:rPr lang="en" sz="1000">
                <a:solidFill>
                  <a:srgbClr val="3C3D3E"/>
                </a:solidFill>
                <a:latin typeface="Lato"/>
                <a:ea typeface="Lato"/>
                <a:cs typeface="Lato"/>
                <a:sym typeface="Lato"/>
              </a:rPr>
              <a:t> (such as mean, count, or proportion) for each chronic disease,</a:t>
            </a:r>
            <a:r>
              <a:rPr lang="en" sz="1000" b="1">
                <a:solidFill>
                  <a:srgbClr val="E34A06"/>
                </a:solidFill>
                <a:latin typeface="Lato"/>
                <a:ea typeface="Lato"/>
                <a:cs typeface="Lato"/>
                <a:sym typeface="Lato"/>
              </a:rPr>
              <a:t> U.S. state</a:t>
            </a:r>
            <a:r>
              <a:rPr lang="en" sz="1000">
                <a:solidFill>
                  <a:srgbClr val="3C3D3E"/>
                </a:solidFill>
                <a:latin typeface="Lato"/>
                <a:ea typeface="Lato"/>
                <a:cs typeface="Lato"/>
                <a:sym typeface="Lato"/>
              </a:rPr>
              <a:t>, and a </a:t>
            </a:r>
            <a:r>
              <a:rPr lang="en" sz="1000" b="1">
                <a:solidFill>
                  <a:srgbClr val="E34A06"/>
                </a:solidFill>
                <a:latin typeface="Lato"/>
                <a:ea typeface="Lato"/>
                <a:cs typeface="Lato"/>
                <a:sym typeface="Lato"/>
              </a:rPr>
              <a:t>stratification category</a:t>
            </a:r>
            <a:r>
              <a:rPr lang="en" sz="1000">
                <a:solidFill>
                  <a:srgbClr val="3C3D3E"/>
                </a:solidFill>
                <a:latin typeface="Lato"/>
                <a:ea typeface="Lato"/>
                <a:cs typeface="Lato"/>
                <a:sym typeface="Lato"/>
              </a:rPr>
              <a:t> to split by sex or race/ethnicity.</a:t>
            </a:r>
            <a:endParaRPr sz="1100" b="1">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49"/>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Data Cleaning &amp; Manipulation</a:t>
            </a:r>
            <a:endParaRPr>
              <a:solidFill>
                <a:srgbClr val="FF9900"/>
              </a:solidFill>
            </a:endParaRPr>
          </a:p>
        </p:txBody>
      </p:sp>
      <p:sp>
        <p:nvSpPr>
          <p:cNvPr id="616" name="Google Shape;616;p49"/>
          <p:cNvSpPr txBox="1">
            <a:spLocks noGrp="1"/>
          </p:cNvSpPr>
          <p:nvPr>
            <p:ph type="body" idx="1"/>
          </p:nvPr>
        </p:nvSpPr>
        <p:spPr>
          <a:xfrm>
            <a:off x="3189002" y="735115"/>
            <a:ext cx="2911500" cy="42564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800"/>
              <a:buFont typeface="Arial"/>
              <a:buNone/>
            </a:pPr>
            <a:r>
              <a:rPr lang="en" sz="1100" b="1">
                <a:solidFill>
                  <a:schemeClr val="dk1"/>
                </a:solidFill>
              </a:rPr>
              <a:t>Census Demographic Data - ACS</a:t>
            </a:r>
            <a:endParaRPr sz="1000" b="1">
              <a:solidFill>
                <a:srgbClr val="E34A06"/>
              </a:solidFill>
            </a:endParaRPr>
          </a:p>
          <a:p>
            <a:pPr marL="457200" lvl="0" indent="-292100" algn="l" rtl="0">
              <a:spcBef>
                <a:spcPts val="500"/>
              </a:spcBef>
              <a:spcAft>
                <a:spcPts val="0"/>
              </a:spcAft>
              <a:buClr>
                <a:srgbClr val="3C3D3E"/>
              </a:buClr>
              <a:buSzPts val="1000"/>
              <a:buAutoNum type="arabicPeriod"/>
            </a:pPr>
            <a:r>
              <a:rPr lang="en" sz="1000">
                <a:solidFill>
                  <a:srgbClr val="3C3D3E"/>
                </a:solidFill>
              </a:rPr>
              <a:t>Census Data is from the Year 2022 survey.</a:t>
            </a:r>
            <a:endParaRPr sz="1000">
              <a:solidFill>
                <a:srgbClr val="3C3D3E"/>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Add and populate a “State” column with the appropriate state names.</a:t>
            </a:r>
            <a:endParaRPr sz="1000">
              <a:solidFill>
                <a:srgbClr val="3C3D3E"/>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Remove all empty columns (37) and rows (392).</a:t>
            </a:r>
            <a:endParaRPr sz="1000">
              <a:solidFill>
                <a:srgbClr val="3C3D3E"/>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Split the dataset into state-level and city-state-level data, </a:t>
            </a:r>
            <a:r>
              <a:rPr lang="en" sz="1000" b="1">
                <a:solidFill>
                  <a:srgbClr val="E34A06"/>
                </a:solidFill>
              </a:rPr>
              <a:t>retaining only the state-level dataset for further processing.</a:t>
            </a:r>
            <a:endParaRPr sz="1000" b="1">
              <a:solidFill>
                <a:srgbClr val="E34A06"/>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Separate the state-level data into Estimate and Margin of Error datasets and </a:t>
            </a:r>
            <a:r>
              <a:rPr lang="en" sz="1000" b="1">
                <a:solidFill>
                  <a:srgbClr val="E34A06"/>
                </a:solidFill>
              </a:rPr>
              <a:t>retain only the estimate data.</a:t>
            </a:r>
            <a:endParaRPr sz="1000" b="1">
              <a:solidFill>
                <a:srgbClr val="E34A06"/>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Removed Census locations that do not align with the scope of the project.</a:t>
            </a:r>
            <a:endParaRPr sz="1000">
              <a:solidFill>
                <a:srgbClr val="3C3D3E"/>
              </a:solidFill>
            </a:endParaRPr>
          </a:p>
          <a:p>
            <a:pPr marL="914400" lvl="1" indent="-292100" algn="l" rtl="0">
              <a:spcBef>
                <a:spcPts val="0"/>
              </a:spcBef>
              <a:spcAft>
                <a:spcPts val="0"/>
              </a:spcAft>
              <a:buClr>
                <a:srgbClr val="3C3D3E"/>
              </a:buClr>
              <a:buSzPts val="1000"/>
              <a:buAutoNum type="alphaLcPeriod"/>
            </a:pPr>
            <a:r>
              <a:rPr lang="en" sz="1000">
                <a:solidFill>
                  <a:srgbClr val="3C3D3E"/>
                </a:solidFill>
              </a:rPr>
              <a:t>Guam, District of Columbia, Puerto Rico, United States, and Virgin Islands</a:t>
            </a:r>
            <a:endParaRPr sz="1000">
              <a:solidFill>
                <a:srgbClr val="3C3D3E"/>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Filtered the dataset to include only columns of interest (59)</a:t>
            </a:r>
            <a:endParaRPr sz="1000">
              <a:solidFill>
                <a:srgbClr val="3C3D3E"/>
              </a:solidFill>
            </a:endParaRPr>
          </a:p>
          <a:p>
            <a:pPr marL="457200" lvl="0" indent="-292100" algn="l" rtl="0">
              <a:spcBef>
                <a:spcPts val="0"/>
              </a:spcBef>
              <a:spcAft>
                <a:spcPts val="0"/>
              </a:spcAft>
              <a:buClr>
                <a:srgbClr val="3C3D3E"/>
              </a:buClr>
              <a:buSzPts val="1000"/>
              <a:buAutoNum type="arabicPeriod"/>
            </a:pPr>
            <a:r>
              <a:rPr lang="en" sz="1000">
                <a:solidFill>
                  <a:srgbClr val="3C3D3E"/>
                </a:solidFill>
              </a:rPr>
              <a:t>Convert all values to numeric data types.</a:t>
            </a:r>
            <a:endParaRPr sz="1000" b="1">
              <a:solidFill>
                <a:srgbClr val="E34A06"/>
              </a:solidFill>
            </a:endParaRPr>
          </a:p>
          <a:p>
            <a:pPr marL="0" lvl="0" indent="0" algn="l" rtl="0">
              <a:spcBef>
                <a:spcPts val="500"/>
              </a:spcBef>
              <a:spcAft>
                <a:spcPts val="0"/>
              </a:spcAft>
              <a:buSzPts val="800"/>
              <a:buNone/>
            </a:pPr>
            <a:endParaRPr sz="1000">
              <a:solidFill>
                <a:srgbClr val="3C3D3E"/>
              </a:solidFill>
            </a:endParaRPr>
          </a:p>
        </p:txBody>
      </p:sp>
      <p:sp>
        <p:nvSpPr>
          <p:cNvPr id="617" name="Google Shape;617;p49"/>
          <p:cNvSpPr txBox="1">
            <a:spLocks noGrp="1"/>
          </p:cNvSpPr>
          <p:nvPr>
            <p:ph type="body" idx="1"/>
          </p:nvPr>
        </p:nvSpPr>
        <p:spPr>
          <a:xfrm>
            <a:off x="6194788" y="698253"/>
            <a:ext cx="2832300" cy="43137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800"/>
              <a:buFont typeface="Arial"/>
              <a:buNone/>
            </a:pPr>
            <a:r>
              <a:rPr lang="en" sz="1100" b="1">
                <a:solidFill>
                  <a:schemeClr val="dk1"/>
                </a:solidFill>
              </a:rPr>
              <a:t>Merge Data</a:t>
            </a:r>
            <a:endParaRPr sz="1100" b="1">
              <a:solidFill>
                <a:srgbClr val="3C3D3E"/>
              </a:solidFill>
            </a:endParaRPr>
          </a:p>
          <a:p>
            <a:pPr marL="0" lvl="0" indent="0" algn="l" rtl="0">
              <a:lnSpc>
                <a:spcPct val="115000"/>
              </a:lnSpc>
              <a:spcBef>
                <a:spcPts val="500"/>
              </a:spcBef>
              <a:spcAft>
                <a:spcPts val="0"/>
              </a:spcAft>
              <a:buNone/>
            </a:pPr>
            <a:r>
              <a:rPr lang="en" sz="1000">
                <a:solidFill>
                  <a:srgbClr val="3C3D3E"/>
                </a:solidFill>
              </a:rPr>
              <a:t>Perform a </a:t>
            </a:r>
            <a:r>
              <a:rPr lang="en" sz="1000" b="1">
                <a:solidFill>
                  <a:srgbClr val="E34A06"/>
                </a:solidFill>
              </a:rPr>
              <a:t>merge</a:t>
            </a:r>
            <a:r>
              <a:rPr lang="en" sz="1000">
                <a:solidFill>
                  <a:srgbClr val="3C3D3E"/>
                </a:solidFill>
              </a:rPr>
              <a:t> on the Final U.S. Chronic Disease Indicator and Census Demographic datasets </a:t>
            </a:r>
            <a:r>
              <a:rPr lang="en" sz="1000" b="1">
                <a:solidFill>
                  <a:srgbClr val="E34A06"/>
                </a:solidFill>
              </a:rPr>
              <a:t>on “State” with an outer join</a:t>
            </a:r>
            <a:r>
              <a:rPr lang="en" sz="1000">
                <a:solidFill>
                  <a:srgbClr val="3C3D3E"/>
                </a:solidFill>
              </a:rPr>
              <a:t>. Each row represents one U.S. state and the corresponding chronic disease and census metrics.</a:t>
            </a:r>
            <a:br>
              <a:rPr lang="en" sz="1000">
                <a:solidFill>
                  <a:srgbClr val="3C3D3E"/>
                </a:solidFill>
              </a:rPr>
            </a:br>
            <a:br>
              <a:rPr lang="en" sz="1000" b="1">
                <a:solidFill>
                  <a:schemeClr val="dk1"/>
                </a:solidFill>
              </a:rPr>
            </a:br>
            <a:endParaRPr sz="1000">
              <a:solidFill>
                <a:srgbClr val="3C3D3E"/>
              </a:solidFill>
            </a:endParaRPr>
          </a:p>
          <a:p>
            <a:pPr marL="0" lvl="0" indent="0" algn="l" rtl="0">
              <a:spcBef>
                <a:spcPts val="500"/>
              </a:spcBef>
              <a:spcAft>
                <a:spcPts val="0"/>
              </a:spcAft>
              <a:buSzPts val="800"/>
              <a:buNone/>
            </a:pPr>
            <a:endParaRPr sz="1000">
              <a:solidFill>
                <a:srgbClr val="3C3D3E"/>
              </a:solidFill>
            </a:endParaRPr>
          </a:p>
        </p:txBody>
      </p:sp>
      <p:pic>
        <p:nvPicPr>
          <p:cNvPr id="618" name="Google Shape;618;p49"/>
          <p:cNvPicPr preferRelativeResize="0"/>
          <p:nvPr/>
        </p:nvPicPr>
        <p:blipFill>
          <a:blip r:embed="rId3">
            <a:alphaModFix/>
          </a:blip>
          <a:stretch>
            <a:fillRect/>
          </a:stretch>
        </p:blipFill>
        <p:spPr>
          <a:xfrm>
            <a:off x="6613038" y="1961200"/>
            <a:ext cx="1882645" cy="2882900"/>
          </a:xfrm>
          <a:prstGeom prst="rect">
            <a:avLst/>
          </a:prstGeom>
          <a:noFill/>
          <a:ln>
            <a:noFill/>
          </a:ln>
        </p:spPr>
      </p:pic>
      <p:sp>
        <p:nvSpPr>
          <p:cNvPr id="619" name="Google Shape;619;p49"/>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a:t>
            </a:fld>
            <a:endParaRPr/>
          </a:p>
        </p:txBody>
      </p:sp>
      <p:sp>
        <p:nvSpPr>
          <p:cNvPr id="620" name="Google Shape;620;p49"/>
          <p:cNvSpPr txBox="1"/>
          <p:nvPr/>
        </p:nvSpPr>
        <p:spPr>
          <a:xfrm>
            <a:off x="311700" y="757675"/>
            <a:ext cx="2742900" cy="347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US Chronic Disease Indicators - CDC</a:t>
            </a:r>
            <a:endParaRPr sz="1000" b="1">
              <a:solidFill>
                <a:srgbClr val="E34A06"/>
              </a:solidFill>
              <a:latin typeface="Lato"/>
              <a:ea typeface="Lato"/>
              <a:cs typeface="Lato"/>
              <a:sym typeface="Lato"/>
            </a:endParaRPr>
          </a:p>
          <a:p>
            <a:pPr marL="457200" lvl="0" indent="-292100" algn="l" rtl="0">
              <a:lnSpc>
                <a:spcPct val="115000"/>
              </a:lnSpc>
              <a:spcBef>
                <a:spcPts val="50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Filter values to year, chronic diseases, data type, and U.S. states of interest.</a:t>
            </a:r>
            <a:endParaRPr sz="1000">
              <a:solidFill>
                <a:srgbClr val="3C3D3E"/>
              </a:solidFill>
              <a:latin typeface="Lato"/>
              <a:ea typeface="Lato"/>
              <a:cs typeface="Lato"/>
              <a:sym typeface="Lato"/>
            </a:endParaRPr>
          </a:p>
          <a:p>
            <a:pPr marL="457200" lvl="0" indent="-292100" algn="l" rtl="0">
              <a:lnSpc>
                <a:spcPct val="115000"/>
              </a:lnSpc>
              <a:spcBef>
                <a:spcPts val="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Update the values in the 'Question' column to readable names that reflect each chronic disease.</a:t>
            </a:r>
            <a:endParaRPr sz="1000">
              <a:solidFill>
                <a:srgbClr val="3C3D3E"/>
              </a:solidFill>
              <a:latin typeface="Lato"/>
              <a:ea typeface="Lato"/>
              <a:cs typeface="Lato"/>
              <a:sym typeface="Lato"/>
            </a:endParaRPr>
          </a:p>
          <a:p>
            <a:pPr marL="457200" lvl="0" indent="-292100" algn="l" rtl="0">
              <a:lnSpc>
                <a:spcPct val="115000"/>
              </a:lnSpc>
              <a:spcBef>
                <a:spcPts val="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Select the chronic disease columns of interest.</a:t>
            </a:r>
            <a:endParaRPr sz="1000">
              <a:solidFill>
                <a:srgbClr val="3C3D3E"/>
              </a:solidFill>
              <a:latin typeface="Lato"/>
              <a:ea typeface="Lato"/>
              <a:cs typeface="Lato"/>
              <a:sym typeface="Lato"/>
            </a:endParaRPr>
          </a:p>
          <a:p>
            <a:pPr marL="457200" lvl="0" indent="-292100" algn="l" rtl="0">
              <a:lnSpc>
                <a:spcPct val="115000"/>
              </a:lnSpc>
              <a:spcBef>
                <a:spcPts val="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Rename the 'State' column for the future join.</a:t>
            </a:r>
            <a:endParaRPr sz="1000">
              <a:solidFill>
                <a:srgbClr val="3C3D3E"/>
              </a:solidFill>
              <a:latin typeface="Lato"/>
              <a:ea typeface="Lato"/>
              <a:cs typeface="Lato"/>
              <a:sym typeface="Lato"/>
            </a:endParaRPr>
          </a:p>
          <a:p>
            <a:pPr marL="457200" lvl="0" indent="-292100" algn="l" rtl="0">
              <a:lnSpc>
                <a:spcPct val="115000"/>
              </a:lnSpc>
              <a:spcBef>
                <a:spcPts val="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Process each stratification (overall, sex, race/ethnicity) by </a:t>
            </a:r>
            <a:r>
              <a:rPr lang="en" sz="1000" b="1">
                <a:solidFill>
                  <a:srgbClr val="E34A06"/>
                </a:solidFill>
                <a:latin typeface="Lato"/>
                <a:ea typeface="Lato"/>
                <a:cs typeface="Lato"/>
                <a:sym typeface="Lato"/>
              </a:rPr>
              <a:t>pivoting the data so each chronic disease has a single column.</a:t>
            </a:r>
            <a:endParaRPr sz="1000" b="1">
              <a:solidFill>
                <a:srgbClr val="E34A06"/>
              </a:solidFill>
              <a:latin typeface="Lato"/>
              <a:ea typeface="Lato"/>
              <a:cs typeface="Lato"/>
              <a:sym typeface="Lato"/>
            </a:endParaRPr>
          </a:p>
          <a:p>
            <a:pPr marL="457200" lvl="0" indent="-292100" algn="l" rtl="0">
              <a:lnSpc>
                <a:spcPct val="115000"/>
              </a:lnSpc>
              <a:spcBef>
                <a:spcPts val="0"/>
              </a:spcBef>
              <a:spcAft>
                <a:spcPts val="0"/>
              </a:spcAft>
              <a:buClr>
                <a:srgbClr val="3C3D3E"/>
              </a:buClr>
              <a:buSzPts val="1000"/>
              <a:buFont typeface="Lato"/>
              <a:buAutoNum type="arabicPeriod"/>
            </a:pPr>
            <a:r>
              <a:rPr lang="en" sz="1000">
                <a:solidFill>
                  <a:srgbClr val="3C3D3E"/>
                </a:solidFill>
                <a:latin typeface="Lato"/>
                <a:ea typeface="Lato"/>
                <a:cs typeface="Lato"/>
                <a:sym typeface="Lato"/>
              </a:rPr>
              <a:t>Merge processed data frames together.</a:t>
            </a:r>
            <a:endParaRPr sz="1100">
              <a:solidFill>
                <a:srgbClr val="3C3D3E"/>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0"/>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Data Cleaning &amp; Manipulation</a:t>
            </a:r>
            <a:endParaRPr>
              <a:solidFill>
                <a:srgbClr val="FF9900"/>
              </a:solidFill>
            </a:endParaRPr>
          </a:p>
        </p:txBody>
      </p:sp>
      <p:sp>
        <p:nvSpPr>
          <p:cNvPr id="626" name="Google Shape;626;p50"/>
          <p:cNvSpPr txBox="1">
            <a:spLocks noGrp="1"/>
          </p:cNvSpPr>
          <p:nvPr>
            <p:ph type="body" idx="1"/>
          </p:nvPr>
        </p:nvSpPr>
        <p:spPr>
          <a:xfrm>
            <a:off x="4794363" y="772182"/>
            <a:ext cx="4062900" cy="24528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None/>
            </a:pPr>
            <a:r>
              <a:rPr lang="en" sz="1000" b="1">
                <a:solidFill>
                  <a:schemeClr val="dk1"/>
                </a:solidFill>
              </a:rPr>
              <a:t>Adjusting Metrics with Total Population Fields</a:t>
            </a:r>
            <a:endParaRPr sz="1000">
              <a:solidFill>
                <a:srgbClr val="3C3D3E"/>
              </a:solidFill>
            </a:endParaRPr>
          </a:p>
          <a:p>
            <a:pPr marL="0" lvl="0" indent="0" algn="l" rtl="0">
              <a:spcBef>
                <a:spcPts val="500"/>
              </a:spcBef>
              <a:spcAft>
                <a:spcPts val="0"/>
              </a:spcAft>
              <a:buNone/>
            </a:pPr>
            <a:r>
              <a:rPr lang="en" sz="1000">
                <a:solidFill>
                  <a:srgbClr val="3C3D3E"/>
                </a:solidFill>
              </a:rPr>
              <a:t>In order to maintain a consistent population of adults only and monitor the relative percentages, population fields within the census data were leveraged to calculate total populations for certain metrics that started as percentages of a subgroup. This </a:t>
            </a:r>
            <a:r>
              <a:rPr lang="en" sz="1000" b="1">
                <a:solidFill>
                  <a:srgbClr val="E34A06"/>
                </a:solidFill>
              </a:rPr>
              <a:t>standardizes</a:t>
            </a:r>
            <a:r>
              <a:rPr lang="en" sz="1000">
                <a:solidFill>
                  <a:srgbClr val="3C3D3E"/>
                </a:solidFill>
              </a:rPr>
              <a:t> the relative metrics and allows each metric to be directly compared to diabetes prevalence across states. </a:t>
            </a:r>
            <a:br>
              <a:rPr lang="en" sz="1000">
                <a:solidFill>
                  <a:srgbClr val="3C3D3E"/>
                </a:solidFill>
              </a:rPr>
            </a:br>
            <a:endParaRPr sz="1200" b="1">
              <a:solidFill>
                <a:schemeClr val="dk1"/>
              </a:solidFill>
            </a:endParaRPr>
          </a:p>
          <a:p>
            <a:pPr marL="0" lvl="0" indent="0" algn="l" rtl="0">
              <a:lnSpc>
                <a:spcPct val="115000"/>
              </a:lnSpc>
              <a:spcBef>
                <a:spcPts val="500"/>
              </a:spcBef>
              <a:spcAft>
                <a:spcPts val="0"/>
              </a:spcAft>
              <a:buNone/>
            </a:pPr>
            <a:r>
              <a:rPr lang="en" sz="1100" b="1">
                <a:solidFill>
                  <a:schemeClr val="dk1"/>
                </a:solidFill>
              </a:rPr>
              <a:t>Modular Structure</a:t>
            </a:r>
            <a:endParaRPr sz="1100">
              <a:solidFill>
                <a:srgbClr val="3C3D3E"/>
              </a:solidFill>
            </a:endParaRPr>
          </a:p>
          <a:p>
            <a:pPr marL="0" lvl="0" indent="0" algn="l" rtl="0">
              <a:spcBef>
                <a:spcPts val="500"/>
              </a:spcBef>
              <a:spcAft>
                <a:spcPts val="0"/>
              </a:spcAft>
              <a:buNone/>
            </a:pPr>
            <a:r>
              <a:rPr lang="en" sz="1000">
                <a:solidFill>
                  <a:srgbClr val="3C3D3E"/>
                </a:solidFill>
              </a:rPr>
              <a:t>This approach makes the notebooks cleaner, improves code reuse, and makes the project easier to maintain and test. </a:t>
            </a: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lnSpc>
                <a:spcPct val="115000"/>
              </a:lnSpc>
              <a:spcBef>
                <a:spcPts val="500"/>
              </a:spcBef>
              <a:spcAft>
                <a:spcPts val="0"/>
              </a:spcAft>
              <a:buNone/>
            </a:pPr>
            <a:endParaRPr sz="1000">
              <a:solidFill>
                <a:srgbClr val="3C3D3E"/>
              </a:solidFill>
            </a:endParaRPr>
          </a:p>
          <a:p>
            <a:pPr marL="0" lvl="0" indent="0" algn="l" rtl="0">
              <a:spcBef>
                <a:spcPts val="500"/>
              </a:spcBef>
              <a:spcAft>
                <a:spcPts val="0"/>
              </a:spcAft>
              <a:buSzPts val="800"/>
              <a:buNone/>
            </a:pPr>
            <a:endParaRPr sz="1000">
              <a:solidFill>
                <a:srgbClr val="3C3D3E"/>
              </a:solidFill>
            </a:endParaRPr>
          </a:p>
        </p:txBody>
      </p:sp>
      <p:pic>
        <p:nvPicPr>
          <p:cNvPr id="627" name="Google Shape;627;p50"/>
          <p:cNvPicPr preferRelativeResize="0"/>
          <p:nvPr/>
        </p:nvPicPr>
        <p:blipFill>
          <a:blip r:embed="rId3">
            <a:alphaModFix/>
          </a:blip>
          <a:stretch>
            <a:fillRect/>
          </a:stretch>
        </p:blipFill>
        <p:spPr>
          <a:xfrm>
            <a:off x="5442427" y="3262253"/>
            <a:ext cx="2766774" cy="1533950"/>
          </a:xfrm>
          <a:prstGeom prst="rect">
            <a:avLst/>
          </a:prstGeom>
          <a:noFill/>
          <a:ln>
            <a:noFill/>
          </a:ln>
        </p:spPr>
      </p:pic>
      <p:sp>
        <p:nvSpPr>
          <p:cNvPr id="628" name="Google Shape;628;p50"/>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a:t>
            </a:fld>
            <a:endParaRPr/>
          </a:p>
        </p:txBody>
      </p:sp>
      <p:sp>
        <p:nvSpPr>
          <p:cNvPr id="629" name="Google Shape;629;p50"/>
          <p:cNvSpPr txBox="1"/>
          <p:nvPr/>
        </p:nvSpPr>
        <p:spPr>
          <a:xfrm>
            <a:off x="311700" y="757675"/>
            <a:ext cx="4323900" cy="388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Data  Transformations</a:t>
            </a:r>
            <a:endParaRPr sz="11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b="1">
                <a:solidFill>
                  <a:schemeClr val="dk1"/>
                </a:solidFill>
                <a:latin typeface="Lato"/>
                <a:ea typeface="Lato"/>
                <a:cs typeface="Lato"/>
                <a:sym typeface="Lato"/>
              </a:rPr>
              <a:t>Incomplete Data</a:t>
            </a:r>
            <a:endParaRPr sz="900" b="1">
              <a:solidFill>
                <a:srgbClr val="E34A06"/>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Fields with </a:t>
            </a:r>
            <a:r>
              <a:rPr lang="en" sz="1000" b="1">
                <a:solidFill>
                  <a:srgbClr val="E34A06"/>
                </a:solidFill>
                <a:latin typeface="Lato"/>
                <a:ea typeface="Lato"/>
                <a:cs typeface="Lato"/>
                <a:sym typeface="Lato"/>
              </a:rPr>
              <a:t>missing data</a:t>
            </a:r>
            <a:r>
              <a:rPr lang="en" sz="1000">
                <a:solidFill>
                  <a:srgbClr val="3C3D3E"/>
                </a:solidFill>
                <a:latin typeface="Lato"/>
                <a:ea typeface="Lato"/>
                <a:cs typeface="Lato"/>
                <a:sym typeface="Lato"/>
              </a:rPr>
              <a:t> were identified and </a:t>
            </a:r>
            <a:r>
              <a:rPr lang="en" sz="1000" b="1">
                <a:solidFill>
                  <a:srgbClr val="E34A06"/>
                </a:solidFill>
                <a:latin typeface="Lato"/>
                <a:ea typeface="Lato"/>
                <a:cs typeface="Lato"/>
                <a:sym typeface="Lato"/>
              </a:rPr>
              <a:t>removed</a:t>
            </a:r>
            <a:r>
              <a:rPr lang="en" sz="1000">
                <a:solidFill>
                  <a:srgbClr val="3C3D3E"/>
                </a:solidFill>
                <a:latin typeface="Lato"/>
                <a:ea typeface="Lato"/>
                <a:cs typeface="Lato"/>
                <a:sym typeface="Lato"/>
              </a:rPr>
              <a:t>. The majority of these fields were estimates for</a:t>
            </a:r>
            <a:r>
              <a:rPr lang="en" sz="1000" b="1">
                <a:solidFill>
                  <a:srgbClr val="E34A06"/>
                </a:solidFill>
                <a:latin typeface="Lato"/>
                <a:ea typeface="Lato"/>
                <a:cs typeface="Lato"/>
                <a:sym typeface="Lato"/>
              </a:rPr>
              <a:t> underrepresented</a:t>
            </a:r>
            <a:r>
              <a:rPr lang="en" sz="1000">
                <a:solidFill>
                  <a:srgbClr val="3C3D3E"/>
                </a:solidFill>
                <a:latin typeface="Lato"/>
                <a:ea typeface="Lato"/>
                <a:cs typeface="Lato"/>
                <a:sym typeface="Lato"/>
              </a:rPr>
              <a:t> </a:t>
            </a:r>
            <a:r>
              <a:rPr lang="en" sz="1000" b="1">
                <a:solidFill>
                  <a:srgbClr val="E34A06"/>
                </a:solidFill>
                <a:latin typeface="Lato"/>
                <a:ea typeface="Lato"/>
                <a:cs typeface="Lato"/>
                <a:sym typeface="Lato"/>
              </a:rPr>
              <a:t>populations</a:t>
            </a:r>
            <a:r>
              <a:rPr lang="en" sz="1000">
                <a:solidFill>
                  <a:srgbClr val="3C3D3E"/>
                </a:solidFill>
                <a:latin typeface="Lato"/>
                <a:ea typeface="Lato"/>
                <a:cs typeface="Lato"/>
                <a:sym typeface="Lato"/>
              </a:rPr>
              <a:t> of specific</a:t>
            </a:r>
            <a:r>
              <a:rPr lang="en" sz="1000" b="1">
                <a:solidFill>
                  <a:srgbClr val="E34A06"/>
                </a:solidFill>
                <a:latin typeface="Lato"/>
                <a:ea typeface="Lato"/>
                <a:cs typeface="Lato"/>
                <a:sym typeface="Lato"/>
              </a:rPr>
              <a:t> races</a:t>
            </a:r>
            <a:r>
              <a:rPr lang="en" sz="1000">
                <a:solidFill>
                  <a:srgbClr val="3C3D3E"/>
                </a:solidFill>
                <a:latin typeface="Lato"/>
                <a:ea typeface="Lato"/>
                <a:cs typeface="Lato"/>
                <a:sym typeface="Lato"/>
              </a:rPr>
              <a:t> and </a:t>
            </a:r>
            <a:r>
              <a:rPr lang="en" sz="1000" b="1">
                <a:solidFill>
                  <a:srgbClr val="E34A06"/>
                </a:solidFill>
                <a:latin typeface="Lato"/>
                <a:ea typeface="Lato"/>
                <a:cs typeface="Lato"/>
                <a:sym typeface="Lato"/>
              </a:rPr>
              <a:t>ethnicities</a:t>
            </a:r>
            <a:r>
              <a:rPr lang="en" sz="1000">
                <a:solidFill>
                  <a:srgbClr val="3C3D3E"/>
                </a:solidFill>
                <a:latin typeface="Lato"/>
                <a:ea typeface="Lato"/>
                <a:cs typeface="Lato"/>
                <a:sym typeface="Lato"/>
              </a:rPr>
              <a:t> such as (but not exclusive to)</a:t>
            </a:r>
            <a:r>
              <a:rPr lang="en" sz="1000" b="1">
                <a:solidFill>
                  <a:srgbClr val="E34A06"/>
                </a:solidFill>
                <a:latin typeface="Lato"/>
                <a:ea typeface="Lato"/>
                <a:cs typeface="Lato"/>
                <a:sym typeface="Lato"/>
              </a:rPr>
              <a:t> </a:t>
            </a:r>
            <a:r>
              <a:rPr lang="en" sz="1000">
                <a:solidFill>
                  <a:srgbClr val="3C3D3E"/>
                </a:solidFill>
                <a:latin typeface="Lato"/>
                <a:ea typeface="Lato"/>
                <a:cs typeface="Lato"/>
                <a:sym typeface="Lato"/>
              </a:rPr>
              <a:t>Hispanic, Asian, and Pacific Islander. We made the decision to continue with the analysis without splitting by race and ethnicity and removed the corresponding columns. However, this observation uncovered </a:t>
            </a:r>
            <a:r>
              <a:rPr lang="en" sz="1000" b="1">
                <a:solidFill>
                  <a:srgbClr val="E34A06"/>
                </a:solidFill>
                <a:latin typeface="Lato"/>
                <a:ea typeface="Lato"/>
                <a:cs typeface="Lato"/>
                <a:sym typeface="Lato"/>
              </a:rPr>
              <a:t>potential bias </a:t>
            </a:r>
            <a:r>
              <a:rPr lang="en" sz="1000">
                <a:solidFill>
                  <a:srgbClr val="3C3D3E"/>
                </a:solidFill>
                <a:latin typeface="Lato"/>
                <a:ea typeface="Lato"/>
                <a:cs typeface="Lato"/>
                <a:sym typeface="Lato"/>
              </a:rPr>
              <a:t>in the data, as specific groups of individuals are systematically excluded.  </a:t>
            </a:r>
            <a:br>
              <a:rPr lang="en" sz="1000">
                <a:solidFill>
                  <a:srgbClr val="3C3D3E"/>
                </a:solidFill>
                <a:latin typeface="Lato"/>
                <a:ea typeface="Lato"/>
                <a:cs typeface="Lato"/>
                <a:sym typeface="Lato"/>
              </a:rPr>
            </a:b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b="1">
                <a:solidFill>
                  <a:schemeClr val="dk1"/>
                </a:solidFill>
                <a:latin typeface="Lato"/>
                <a:ea typeface="Lato"/>
                <a:cs typeface="Lato"/>
                <a:sym typeface="Lato"/>
              </a:rPr>
              <a:t>Filtering and Structuring Data</a:t>
            </a:r>
            <a:endParaRPr sz="1000" b="1">
              <a:solidFill>
                <a:schemeClr val="dk1"/>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To focus the analysis on the</a:t>
            </a:r>
            <a:r>
              <a:rPr lang="en" sz="1000" b="1">
                <a:solidFill>
                  <a:srgbClr val="E34A06"/>
                </a:solidFill>
                <a:latin typeface="Lato"/>
                <a:ea typeface="Lato"/>
                <a:cs typeface="Lato"/>
                <a:sym typeface="Lato"/>
              </a:rPr>
              <a:t> six subgroups</a:t>
            </a:r>
            <a:r>
              <a:rPr lang="en" sz="1000">
                <a:solidFill>
                  <a:srgbClr val="3C3D3E"/>
                </a:solidFill>
                <a:latin typeface="Lato"/>
                <a:ea typeface="Lato"/>
                <a:cs typeface="Lato"/>
                <a:sym typeface="Lato"/>
              </a:rPr>
              <a:t> of interest for each diabetes-social factor metric, we created a column-selection that subsets the master combined DataFrame to only the relevant fields. This transformation reduces the dataset to the targeted subgroup and specific measures by filtering out nonessential columns.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endParaRPr sz="900">
              <a:solidFill>
                <a:srgbClr val="3C3D3E"/>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1"/>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Univariate Insights - Diabetes and Other Chronic Diseases</a:t>
            </a:r>
            <a:endParaRPr>
              <a:solidFill>
                <a:srgbClr val="FF9900"/>
              </a:solidFill>
            </a:endParaRPr>
          </a:p>
        </p:txBody>
      </p:sp>
      <p:pic>
        <p:nvPicPr>
          <p:cNvPr id="635" name="Google Shape;635;p51"/>
          <p:cNvPicPr preferRelativeResize="0"/>
          <p:nvPr/>
        </p:nvPicPr>
        <p:blipFill>
          <a:blip r:embed="rId3">
            <a:alphaModFix/>
          </a:blip>
          <a:stretch>
            <a:fillRect/>
          </a:stretch>
        </p:blipFill>
        <p:spPr>
          <a:xfrm>
            <a:off x="366825" y="3426209"/>
            <a:ext cx="1950432" cy="1482333"/>
          </a:xfrm>
          <a:prstGeom prst="rect">
            <a:avLst/>
          </a:prstGeom>
          <a:noFill/>
          <a:ln>
            <a:noFill/>
          </a:ln>
        </p:spPr>
      </p:pic>
      <p:pic>
        <p:nvPicPr>
          <p:cNvPr id="636" name="Google Shape;636;p51"/>
          <p:cNvPicPr preferRelativeResize="0"/>
          <p:nvPr/>
        </p:nvPicPr>
        <p:blipFill>
          <a:blip r:embed="rId4">
            <a:alphaModFix/>
          </a:blip>
          <a:stretch>
            <a:fillRect/>
          </a:stretch>
        </p:blipFill>
        <p:spPr>
          <a:xfrm>
            <a:off x="2523349" y="3426205"/>
            <a:ext cx="1950432" cy="1482331"/>
          </a:xfrm>
          <a:prstGeom prst="rect">
            <a:avLst/>
          </a:prstGeom>
          <a:noFill/>
          <a:ln>
            <a:noFill/>
          </a:ln>
        </p:spPr>
      </p:pic>
      <p:pic>
        <p:nvPicPr>
          <p:cNvPr id="637" name="Google Shape;637;p51"/>
          <p:cNvPicPr preferRelativeResize="0"/>
          <p:nvPr/>
        </p:nvPicPr>
        <p:blipFill>
          <a:blip r:embed="rId5">
            <a:alphaModFix/>
          </a:blip>
          <a:stretch>
            <a:fillRect/>
          </a:stretch>
        </p:blipFill>
        <p:spPr>
          <a:xfrm>
            <a:off x="4672812" y="3426196"/>
            <a:ext cx="1950433" cy="1482333"/>
          </a:xfrm>
          <a:prstGeom prst="rect">
            <a:avLst/>
          </a:prstGeom>
          <a:noFill/>
          <a:ln>
            <a:noFill/>
          </a:ln>
        </p:spPr>
      </p:pic>
      <p:pic>
        <p:nvPicPr>
          <p:cNvPr id="638" name="Google Shape;638;p51"/>
          <p:cNvPicPr preferRelativeResize="0"/>
          <p:nvPr/>
        </p:nvPicPr>
        <p:blipFill>
          <a:blip r:embed="rId6">
            <a:alphaModFix/>
          </a:blip>
          <a:stretch>
            <a:fillRect/>
          </a:stretch>
        </p:blipFill>
        <p:spPr>
          <a:xfrm>
            <a:off x="6822267" y="3426216"/>
            <a:ext cx="1950433" cy="1482333"/>
          </a:xfrm>
          <a:prstGeom prst="rect">
            <a:avLst/>
          </a:prstGeom>
          <a:noFill/>
          <a:ln>
            <a:noFill/>
          </a:ln>
        </p:spPr>
      </p:pic>
      <p:pic>
        <p:nvPicPr>
          <p:cNvPr id="639" name="Google Shape;639;p51"/>
          <p:cNvPicPr preferRelativeResize="0"/>
          <p:nvPr/>
        </p:nvPicPr>
        <p:blipFill>
          <a:blip r:embed="rId7">
            <a:alphaModFix/>
          </a:blip>
          <a:stretch>
            <a:fillRect/>
          </a:stretch>
        </p:blipFill>
        <p:spPr>
          <a:xfrm>
            <a:off x="5055536" y="815625"/>
            <a:ext cx="3717174" cy="2445751"/>
          </a:xfrm>
          <a:prstGeom prst="rect">
            <a:avLst/>
          </a:prstGeom>
          <a:noFill/>
          <a:ln>
            <a:noFill/>
          </a:ln>
        </p:spPr>
      </p:pic>
      <p:sp>
        <p:nvSpPr>
          <p:cNvPr id="640" name="Google Shape;640;p51"/>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a:t>
            </a:fld>
            <a:endParaRPr/>
          </a:p>
        </p:txBody>
      </p:sp>
      <p:sp>
        <p:nvSpPr>
          <p:cNvPr id="641" name="Google Shape;641;p51"/>
          <p:cNvSpPr txBox="1"/>
          <p:nvPr/>
        </p:nvSpPr>
        <p:spPr>
          <a:xfrm>
            <a:off x="311700" y="757675"/>
            <a:ext cx="4344000" cy="291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Diabetes Prevalence</a:t>
            </a:r>
            <a:endParaRPr sz="1100" b="1">
              <a:solidFill>
                <a:schemeClr val="dk1"/>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 boxplot illustrates that approximately </a:t>
            </a:r>
            <a:r>
              <a:rPr lang="en" sz="1000" b="1">
                <a:solidFill>
                  <a:srgbClr val="E34A06"/>
                </a:solidFill>
                <a:latin typeface="Lato"/>
                <a:ea typeface="Lato"/>
                <a:cs typeface="Lato"/>
                <a:sym typeface="Lato"/>
              </a:rPr>
              <a:t>75%</a:t>
            </a:r>
            <a:r>
              <a:rPr lang="en" sz="1000">
                <a:solidFill>
                  <a:srgbClr val="3C3D3E"/>
                </a:solidFill>
                <a:latin typeface="Lato"/>
                <a:ea typeface="Lato"/>
                <a:cs typeface="Lato"/>
                <a:sym typeface="Lato"/>
              </a:rPr>
              <a:t> of states have a diabetes rate </a:t>
            </a:r>
            <a:r>
              <a:rPr lang="en" sz="1000" b="1">
                <a:solidFill>
                  <a:srgbClr val="E34A06"/>
                </a:solidFill>
                <a:latin typeface="Lato"/>
                <a:ea typeface="Lato"/>
                <a:cs typeface="Lato"/>
                <a:sym typeface="Lato"/>
              </a:rPr>
              <a:t>higher than 10%.</a:t>
            </a:r>
            <a:r>
              <a:rPr lang="en" sz="1000">
                <a:solidFill>
                  <a:srgbClr val="3C3D3E"/>
                </a:solidFill>
                <a:latin typeface="Lato"/>
                <a:ea typeface="Lato"/>
                <a:cs typeface="Lato"/>
                <a:sym typeface="Lato"/>
              </a:rPr>
              <a:t> The histogram depicts the distribution is slightly</a:t>
            </a:r>
            <a:r>
              <a:rPr lang="en" sz="1000" b="1">
                <a:solidFill>
                  <a:srgbClr val="E34A06"/>
                </a:solidFill>
                <a:latin typeface="Lato"/>
                <a:ea typeface="Lato"/>
                <a:cs typeface="Lato"/>
                <a:sym typeface="Lato"/>
              </a:rPr>
              <a:t> right-skewed</a:t>
            </a:r>
            <a:r>
              <a:rPr lang="en" sz="1000">
                <a:solidFill>
                  <a:srgbClr val="3C3D3E"/>
                </a:solidFill>
                <a:latin typeface="Lato"/>
                <a:ea typeface="Lato"/>
                <a:cs typeface="Lato"/>
                <a:sym typeface="Lato"/>
              </a:rPr>
              <a:t>, suggesting that while most states cluster around similar prevalence levels, a small number of states exhibit substantially higher diabetes rates.</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Outliers</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Univariate analyses of </a:t>
            </a:r>
            <a:r>
              <a:rPr lang="en" sz="1000" b="1">
                <a:solidFill>
                  <a:srgbClr val="E34A06"/>
                </a:solidFill>
                <a:latin typeface="Lato"/>
                <a:ea typeface="Lato"/>
                <a:cs typeface="Lato"/>
                <a:sym typeface="Lato"/>
              </a:rPr>
              <a:t>other chronic diseases</a:t>
            </a:r>
            <a:r>
              <a:rPr lang="en" sz="1000">
                <a:solidFill>
                  <a:srgbClr val="3C3D3E"/>
                </a:solidFill>
                <a:latin typeface="Lato"/>
                <a:ea typeface="Lato"/>
                <a:cs typeface="Lato"/>
                <a:sym typeface="Lato"/>
              </a:rPr>
              <a:t> compared with diabetes prevalence showed that some distributions are</a:t>
            </a:r>
            <a:r>
              <a:rPr lang="en" sz="1000" b="1">
                <a:solidFill>
                  <a:srgbClr val="E34A06"/>
                </a:solidFill>
                <a:latin typeface="Lato"/>
                <a:ea typeface="Lato"/>
                <a:cs typeface="Lato"/>
                <a:sym typeface="Lato"/>
              </a:rPr>
              <a:t> skewed</a:t>
            </a:r>
            <a:r>
              <a:rPr lang="en" sz="1000">
                <a:solidFill>
                  <a:srgbClr val="3C3D3E"/>
                </a:solidFill>
                <a:latin typeface="Lato"/>
                <a:ea typeface="Lato"/>
                <a:cs typeface="Lato"/>
                <a:sym typeface="Lato"/>
              </a:rPr>
              <a:t> and contain</a:t>
            </a:r>
            <a:r>
              <a:rPr lang="en" sz="1000" b="1">
                <a:solidFill>
                  <a:srgbClr val="E34A06"/>
                </a:solidFill>
                <a:latin typeface="Lato"/>
                <a:ea typeface="Lato"/>
                <a:cs typeface="Lato"/>
                <a:sym typeface="Lato"/>
              </a:rPr>
              <a:t> outliers</a:t>
            </a:r>
            <a:r>
              <a:rPr lang="en" sz="1000">
                <a:solidFill>
                  <a:srgbClr val="3C3D3E"/>
                </a:solidFill>
                <a:latin typeface="Lato"/>
                <a:ea typeface="Lato"/>
                <a:cs typeface="Lato"/>
                <a:sym typeface="Lato"/>
              </a:rPr>
              <a:t>. These outliers are critical  points in the data because they indicate there are states with anomalies; these particular states may be of interest in future research, so they are included in the EDA. </a:t>
            </a:r>
            <a:endParaRPr sz="1100" b="1">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2"/>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Diabetes and other Chronic Disease Correlations</a:t>
            </a:r>
            <a:endParaRPr>
              <a:solidFill>
                <a:srgbClr val="FF9900"/>
              </a:solidFill>
            </a:endParaRPr>
          </a:p>
        </p:txBody>
      </p:sp>
      <p:pic>
        <p:nvPicPr>
          <p:cNvPr id="647" name="Google Shape;647;p52"/>
          <p:cNvPicPr preferRelativeResize="0"/>
          <p:nvPr/>
        </p:nvPicPr>
        <p:blipFill>
          <a:blip r:embed="rId3">
            <a:alphaModFix/>
          </a:blip>
          <a:stretch>
            <a:fillRect/>
          </a:stretch>
        </p:blipFill>
        <p:spPr>
          <a:xfrm>
            <a:off x="4306803" y="1330200"/>
            <a:ext cx="4577622" cy="2602799"/>
          </a:xfrm>
          <a:prstGeom prst="rect">
            <a:avLst/>
          </a:prstGeom>
          <a:noFill/>
          <a:ln>
            <a:noFill/>
          </a:ln>
        </p:spPr>
      </p:pic>
      <p:sp>
        <p:nvSpPr>
          <p:cNvPr id="648" name="Google Shape;648;p52"/>
          <p:cNvSpPr txBox="1"/>
          <p:nvPr/>
        </p:nvSpPr>
        <p:spPr>
          <a:xfrm>
            <a:off x="311700" y="757675"/>
            <a:ext cx="3930000" cy="379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Observations</a:t>
            </a:r>
            <a:endParaRPr sz="1100" b="1">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a:t>
            </a:r>
            <a:r>
              <a:rPr lang="en" sz="1000" b="1">
                <a:solidFill>
                  <a:srgbClr val="E34A06"/>
                </a:solidFill>
                <a:latin typeface="Lato"/>
                <a:ea typeface="Lato"/>
                <a:cs typeface="Lato"/>
                <a:sym typeface="Lato"/>
              </a:rPr>
              <a:t> </a:t>
            </a:r>
            <a:r>
              <a:rPr lang="en" sz="1000">
                <a:solidFill>
                  <a:srgbClr val="3C3D3E"/>
                </a:solidFill>
                <a:latin typeface="Lato"/>
                <a:ea typeface="Lato"/>
                <a:cs typeface="Lato"/>
                <a:sym typeface="Lato"/>
              </a:rPr>
              <a:t>heatmap displays the </a:t>
            </a:r>
            <a:r>
              <a:rPr lang="en" sz="1000" b="1">
                <a:solidFill>
                  <a:srgbClr val="E34A06"/>
                </a:solidFill>
                <a:latin typeface="Lato"/>
                <a:ea typeface="Lato"/>
                <a:cs typeface="Lato"/>
                <a:sym typeface="Lato"/>
              </a:rPr>
              <a:t>correlations</a:t>
            </a:r>
            <a:r>
              <a:rPr lang="en" sz="1000">
                <a:solidFill>
                  <a:srgbClr val="3C3D3E"/>
                </a:solidFill>
                <a:latin typeface="Lato"/>
                <a:ea typeface="Lato"/>
                <a:cs typeface="Lato"/>
                <a:sym typeface="Lato"/>
              </a:rPr>
              <a:t> between each </a:t>
            </a:r>
            <a:r>
              <a:rPr lang="en" sz="1000" b="1">
                <a:solidFill>
                  <a:srgbClr val="E34A06"/>
                </a:solidFill>
                <a:latin typeface="Lato"/>
                <a:ea typeface="Lato"/>
                <a:cs typeface="Lato"/>
                <a:sym typeface="Lato"/>
              </a:rPr>
              <a:t>chronic disease</a:t>
            </a:r>
            <a:r>
              <a:rPr lang="en" sz="1000">
                <a:solidFill>
                  <a:srgbClr val="3C3D3E"/>
                </a:solidFill>
                <a:latin typeface="Lato"/>
                <a:ea typeface="Lato"/>
                <a:cs typeface="Lato"/>
                <a:sym typeface="Lato"/>
              </a:rPr>
              <a:t>. The scope of this project focuses on specifically the correlations with </a:t>
            </a:r>
            <a:r>
              <a:rPr lang="en" sz="1000" b="1">
                <a:solidFill>
                  <a:srgbClr val="E34A06"/>
                </a:solidFill>
                <a:latin typeface="Lato"/>
                <a:ea typeface="Lato"/>
                <a:cs typeface="Lato"/>
                <a:sym typeface="Lato"/>
              </a:rPr>
              <a:t>diabetes</a:t>
            </a:r>
            <a:r>
              <a:rPr lang="en" sz="1000">
                <a:solidFill>
                  <a:srgbClr val="3C3D3E"/>
                </a:solidFill>
                <a:latin typeface="Lato"/>
                <a:ea typeface="Lato"/>
                <a:cs typeface="Lato"/>
                <a:sym typeface="Lato"/>
              </a:rPr>
              <a:t> prevalence (middle column). This investigates our</a:t>
            </a:r>
            <a:r>
              <a:rPr lang="en" sz="1000" b="1">
                <a:solidFill>
                  <a:srgbClr val="E34A06"/>
                </a:solidFill>
                <a:latin typeface="Lato"/>
                <a:ea typeface="Lato"/>
                <a:cs typeface="Lato"/>
                <a:sym typeface="Lato"/>
              </a:rPr>
              <a:t> first research question</a:t>
            </a:r>
            <a:r>
              <a:rPr lang="en" sz="1000">
                <a:solidFill>
                  <a:srgbClr val="3C3D3E"/>
                </a:solidFill>
                <a:latin typeface="Lato"/>
                <a:ea typeface="Lato"/>
                <a:cs typeface="Lato"/>
                <a:sym typeface="Lato"/>
              </a:rPr>
              <a:t> regarding chronic disease rates that are observed with higher diabetes prevalence.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 </a:t>
            </a:r>
            <a:r>
              <a:rPr lang="en" sz="1000" b="1">
                <a:solidFill>
                  <a:srgbClr val="E34A06"/>
                </a:solidFill>
                <a:latin typeface="Lato"/>
                <a:ea typeface="Lato"/>
                <a:cs typeface="Lato"/>
                <a:sym typeface="Lato"/>
              </a:rPr>
              <a:t>Spearman Correlation Coefficient</a:t>
            </a:r>
            <a:r>
              <a:rPr lang="en" sz="1000">
                <a:solidFill>
                  <a:srgbClr val="3C3D3E"/>
                </a:solidFill>
                <a:latin typeface="Lato"/>
                <a:ea typeface="Lato"/>
                <a:cs typeface="Lato"/>
                <a:sym typeface="Lato"/>
              </a:rPr>
              <a:t> was used to account for the monotonic relationship between diabetes and other chronic diseases. In addition, Spearman is more robust to skewed distributions and outliers, which we observed during our univariate analysis.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b="1">
                <a:solidFill>
                  <a:srgbClr val="E34A06"/>
                </a:solidFill>
                <a:latin typeface="Lato"/>
                <a:ea typeface="Lato"/>
                <a:cs typeface="Lato"/>
                <a:sym typeface="Lato"/>
              </a:rPr>
              <a:t>Obesity</a:t>
            </a:r>
            <a:r>
              <a:rPr lang="en" sz="1000">
                <a:solidFill>
                  <a:srgbClr val="3C3D3E"/>
                </a:solidFill>
                <a:latin typeface="Lato"/>
                <a:ea typeface="Lato"/>
                <a:cs typeface="Lato"/>
                <a:sym typeface="Lato"/>
              </a:rPr>
              <a:t> and </a:t>
            </a:r>
            <a:r>
              <a:rPr lang="en" sz="1000" b="1">
                <a:solidFill>
                  <a:srgbClr val="E34A06"/>
                </a:solidFill>
                <a:latin typeface="Lato"/>
                <a:ea typeface="Lato"/>
                <a:cs typeface="Lato"/>
                <a:sym typeface="Lato"/>
              </a:rPr>
              <a:t>COPD</a:t>
            </a:r>
            <a:r>
              <a:rPr lang="en" sz="1000">
                <a:solidFill>
                  <a:srgbClr val="3C3D3E"/>
                </a:solidFill>
                <a:latin typeface="Lato"/>
                <a:ea typeface="Lato"/>
                <a:cs typeface="Lato"/>
                <a:sym typeface="Lato"/>
              </a:rPr>
              <a:t> have</a:t>
            </a:r>
            <a:r>
              <a:rPr lang="en" sz="1000" b="1">
                <a:solidFill>
                  <a:srgbClr val="E34A06"/>
                </a:solidFill>
                <a:latin typeface="Lato"/>
                <a:ea typeface="Lato"/>
                <a:cs typeface="Lato"/>
                <a:sym typeface="Lato"/>
              </a:rPr>
              <a:t> moderate </a:t>
            </a:r>
            <a:r>
              <a:rPr lang="en" sz="1000">
                <a:solidFill>
                  <a:srgbClr val="3C3D3E"/>
                </a:solidFill>
                <a:latin typeface="Lato"/>
                <a:ea typeface="Lato"/>
                <a:cs typeface="Lato"/>
                <a:sym typeface="Lato"/>
              </a:rPr>
              <a:t>to </a:t>
            </a:r>
            <a:r>
              <a:rPr lang="en" sz="1000" b="1">
                <a:solidFill>
                  <a:srgbClr val="E34A06"/>
                </a:solidFill>
                <a:latin typeface="Lato"/>
                <a:ea typeface="Lato"/>
                <a:cs typeface="Lato"/>
                <a:sym typeface="Lato"/>
              </a:rPr>
              <a:t>strong correlations</a:t>
            </a:r>
            <a:r>
              <a:rPr lang="en" sz="1000">
                <a:solidFill>
                  <a:srgbClr val="3C3D3E"/>
                </a:solidFill>
                <a:latin typeface="Lato"/>
                <a:ea typeface="Lato"/>
                <a:cs typeface="Lato"/>
                <a:sym typeface="Lato"/>
              </a:rPr>
              <a:t> with </a:t>
            </a:r>
            <a:r>
              <a:rPr lang="en" sz="1000" b="1">
                <a:solidFill>
                  <a:srgbClr val="E34A06"/>
                </a:solidFill>
                <a:latin typeface="Lato"/>
                <a:ea typeface="Lato"/>
                <a:cs typeface="Lato"/>
                <a:sym typeface="Lato"/>
              </a:rPr>
              <a:t>diabetes</a:t>
            </a:r>
            <a:r>
              <a:rPr lang="en" sz="1000">
                <a:solidFill>
                  <a:srgbClr val="3C3D3E"/>
                </a:solidFill>
                <a:latin typeface="Lato"/>
                <a:ea typeface="Lato"/>
                <a:cs typeface="Lato"/>
                <a:sym typeface="Lato"/>
              </a:rPr>
              <a:t>, indicating states with higher obesity or COPD prevalence also tend to exhibit higher diabetes prevalence.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b="1">
                <a:solidFill>
                  <a:srgbClr val="E34A06"/>
                </a:solidFill>
                <a:latin typeface="Lato"/>
                <a:ea typeface="Lato"/>
                <a:cs typeface="Lato"/>
                <a:sym typeface="Lato"/>
              </a:rPr>
              <a:t>Asthma</a:t>
            </a:r>
            <a:r>
              <a:rPr lang="en" sz="1000">
                <a:solidFill>
                  <a:srgbClr val="3C3D3E"/>
                </a:solidFill>
                <a:latin typeface="Lato"/>
                <a:ea typeface="Lato"/>
                <a:cs typeface="Lato"/>
                <a:sym typeface="Lato"/>
              </a:rPr>
              <a:t> and</a:t>
            </a:r>
            <a:r>
              <a:rPr lang="en" sz="1000" b="1">
                <a:solidFill>
                  <a:srgbClr val="E34A06"/>
                </a:solidFill>
                <a:latin typeface="Lato"/>
                <a:ea typeface="Lato"/>
                <a:cs typeface="Lato"/>
                <a:sym typeface="Lato"/>
              </a:rPr>
              <a:t> arthritis</a:t>
            </a:r>
            <a:r>
              <a:rPr lang="en" sz="1000">
                <a:solidFill>
                  <a:srgbClr val="3C3D3E"/>
                </a:solidFill>
                <a:latin typeface="Lato"/>
                <a:ea typeface="Lato"/>
                <a:cs typeface="Lato"/>
                <a:sym typeface="Lato"/>
              </a:rPr>
              <a:t> have </a:t>
            </a:r>
            <a:r>
              <a:rPr lang="en" sz="1000" b="1">
                <a:solidFill>
                  <a:srgbClr val="E34A06"/>
                </a:solidFill>
                <a:latin typeface="Lato"/>
                <a:ea typeface="Lato"/>
                <a:cs typeface="Lato"/>
                <a:sym typeface="Lato"/>
              </a:rPr>
              <a:t>weak to no correlations</a:t>
            </a:r>
            <a:r>
              <a:rPr lang="en" sz="1000">
                <a:solidFill>
                  <a:srgbClr val="3C3D3E"/>
                </a:solidFill>
                <a:latin typeface="Lato"/>
                <a:ea typeface="Lato"/>
                <a:cs typeface="Lato"/>
                <a:sym typeface="Lato"/>
              </a:rPr>
              <a:t> with diabetes prevalence. Further analyses may show these relationships change in different subgroups; for the purpose of this project, we will continue our investigation into diabetes trends by including only obesity and COPD prevalence. </a:t>
            </a:r>
            <a:endParaRPr sz="1100" b="1">
              <a:solidFill>
                <a:schemeClr val="dk1"/>
              </a:solidFill>
              <a:latin typeface="Lato"/>
              <a:ea typeface="Lato"/>
              <a:cs typeface="Lato"/>
              <a:sym typeface="Lato"/>
            </a:endParaRPr>
          </a:p>
        </p:txBody>
      </p:sp>
      <p:sp>
        <p:nvSpPr>
          <p:cNvPr id="649" name="Google Shape;649;p52"/>
          <p:cNvSpPr/>
          <p:nvPr/>
        </p:nvSpPr>
        <p:spPr>
          <a:xfrm>
            <a:off x="6279450" y="1693325"/>
            <a:ext cx="687900" cy="17550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0" name="Google Shape;650;p52"/>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3"/>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00"/>
              <a:buFont typeface="Arial"/>
              <a:buNone/>
            </a:pPr>
            <a:r>
              <a:rPr lang="en" sz="2400">
                <a:solidFill>
                  <a:srgbClr val="E34A06"/>
                </a:solidFill>
              </a:rPr>
              <a:t>Diabetes and Socioeconomic Metric Correlations</a:t>
            </a:r>
            <a:endParaRPr>
              <a:solidFill>
                <a:srgbClr val="FF9900"/>
              </a:solidFill>
            </a:endParaRPr>
          </a:p>
        </p:txBody>
      </p:sp>
      <p:sp>
        <p:nvSpPr>
          <p:cNvPr id="656" name="Google Shape;656;p53"/>
          <p:cNvSpPr txBox="1"/>
          <p:nvPr/>
        </p:nvSpPr>
        <p:spPr>
          <a:xfrm>
            <a:off x="311700" y="757675"/>
            <a:ext cx="3930000" cy="3750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500"/>
              </a:spcBef>
              <a:spcAft>
                <a:spcPts val="0"/>
              </a:spcAft>
              <a:buClr>
                <a:schemeClr val="dk1"/>
              </a:buClr>
              <a:buSzPts val="800"/>
              <a:buFont typeface="Arial"/>
              <a:buNone/>
            </a:pPr>
            <a:r>
              <a:rPr lang="en" sz="1100" b="1">
                <a:solidFill>
                  <a:schemeClr val="dk1"/>
                </a:solidFill>
                <a:latin typeface="Lato"/>
                <a:ea typeface="Lato"/>
                <a:cs typeface="Lato"/>
                <a:sym typeface="Lato"/>
              </a:rPr>
              <a:t>Observations</a:t>
            </a:r>
            <a:endParaRPr sz="1100" b="1">
              <a:solidFill>
                <a:schemeClr val="dk1"/>
              </a:solidFill>
              <a:latin typeface="Lato"/>
              <a:ea typeface="Lato"/>
              <a:cs typeface="Lato"/>
              <a:sym typeface="Lato"/>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latin typeface="Lato"/>
                <a:ea typeface="Lato"/>
                <a:cs typeface="Lato"/>
                <a:sym typeface="Lato"/>
              </a:rPr>
              <a:t>The correlations between </a:t>
            </a:r>
            <a:r>
              <a:rPr lang="en" sz="1000" b="1">
                <a:solidFill>
                  <a:srgbClr val="E34A06"/>
                </a:solidFill>
                <a:latin typeface="Lato"/>
                <a:ea typeface="Lato"/>
                <a:cs typeface="Lato"/>
                <a:sym typeface="Lato"/>
              </a:rPr>
              <a:t>socioeconomic metrics</a:t>
            </a:r>
            <a:r>
              <a:rPr lang="en" sz="1000">
                <a:solidFill>
                  <a:srgbClr val="3C3D3E"/>
                </a:solidFill>
                <a:latin typeface="Lato"/>
                <a:ea typeface="Lato"/>
                <a:cs typeface="Lato"/>
                <a:sym typeface="Lato"/>
              </a:rPr>
              <a:t> and </a:t>
            </a:r>
            <a:r>
              <a:rPr lang="en" sz="1000" b="1">
                <a:solidFill>
                  <a:srgbClr val="E34A06"/>
                </a:solidFill>
                <a:latin typeface="Lato"/>
                <a:ea typeface="Lato"/>
                <a:cs typeface="Lato"/>
                <a:sym typeface="Lato"/>
              </a:rPr>
              <a:t>diabetes prevalence</a:t>
            </a:r>
            <a:r>
              <a:rPr lang="en" sz="1000">
                <a:solidFill>
                  <a:srgbClr val="3C3D3E"/>
                </a:solidFill>
                <a:latin typeface="Lato"/>
                <a:ea typeface="Lato"/>
                <a:cs typeface="Lato"/>
                <a:sym typeface="Lato"/>
              </a:rPr>
              <a:t> are displayed in the bottom row.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latin typeface="Lato"/>
                <a:ea typeface="Lato"/>
                <a:cs typeface="Lato"/>
                <a:sym typeface="Lato"/>
              </a:rPr>
              <a:t>The Spearman Correlation Coefficient was used again for these comparisons.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latin typeface="Lato"/>
                <a:ea typeface="Lato"/>
                <a:cs typeface="Lato"/>
                <a:sym typeface="Lato"/>
              </a:rPr>
              <a:t>This begins to investigate </a:t>
            </a:r>
            <a:r>
              <a:rPr lang="en" sz="1000" b="1">
                <a:solidFill>
                  <a:srgbClr val="E34A06"/>
                </a:solidFill>
                <a:latin typeface="Lato"/>
                <a:ea typeface="Lato"/>
                <a:cs typeface="Lato"/>
                <a:sym typeface="Lato"/>
              </a:rPr>
              <a:t>our second research question</a:t>
            </a:r>
            <a:r>
              <a:rPr lang="en" sz="1000">
                <a:solidFill>
                  <a:srgbClr val="3C3D3E"/>
                </a:solidFill>
                <a:latin typeface="Lato"/>
                <a:ea typeface="Lato"/>
                <a:cs typeface="Lato"/>
                <a:sym typeface="Lato"/>
              </a:rPr>
              <a:t> regarding chronic disease rates and the socioeconomic metrics that are observed in tandem.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Clr>
                <a:schemeClr val="dk1"/>
              </a:buClr>
              <a:buSzPts val="800"/>
              <a:buFont typeface="Arial"/>
              <a:buNone/>
            </a:pPr>
            <a:r>
              <a:rPr lang="en" sz="1000">
                <a:solidFill>
                  <a:srgbClr val="3C3D3E"/>
                </a:solidFill>
                <a:latin typeface="Lato"/>
                <a:ea typeface="Lato"/>
                <a:cs typeface="Lato"/>
                <a:sym typeface="Lato"/>
              </a:rPr>
              <a:t>Percent of individuals </a:t>
            </a:r>
            <a:r>
              <a:rPr lang="en" sz="1000" b="1">
                <a:solidFill>
                  <a:srgbClr val="E34A06"/>
                </a:solidFill>
                <a:latin typeface="Lato"/>
                <a:ea typeface="Lato"/>
                <a:cs typeface="Lato"/>
                <a:sym typeface="Lato"/>
              </a:rPr>
              <a:t>employed</a:t>
            </a:r>
            <a:r>
              <a:rPr lang="en" sz="1000">
                <a:solidFill>
                  <a:srgbClr val="3C3D3E"/>
                </a:solidFill>
                <a:latin typeface="Lato"/>
                <a:ea typeface="Lato"/>
                <a:cs typeface="Lato"/>
                <a:sym typeface="Lato"/>
              </a:rPr>
              <a:t> has a </a:t>
            </a:r>
            <a:r>
              <a:rPr lang="en" sz="1000" b="1">
                <a:solidFill>
                  <a:srgbClr val="E34A06"/>
                </a:solidFill>
                <a:latin typeface="Lato"/>
                <a:ea typeface="Lato"/>
                <a:cs typeface="Lato"/>
                <a:sym typeface="Lato"/>
              </a:rPr>
              <a:t>moderate </a:t>
            </a:r>
            <a:r>
              <a:rPr lang="en" sz="1000">
                <a:solidFill>
                  <a:srgbClr val="3C3D3E"/>
                </a:solidFill>
                <a:latin typeface="Lato"/>
                <a:ea typeface="Lato"/>
                <a:cs typeface="Lato"/>
                <a:sym typeface="Lato"/>
              </a:rPr>
              <a:t>to</a:t>
            </a:r>
            <a:r>
              <a:rPr lang="en" sz="1000" b="1">
                <a:solidFill>
                  <a:srgbClr val="E34A06"/>
                </a:solidFill>
                <a:latin typeface="Lato"/>
                <a:ea typeface="Lato"/>
                <a:cs typeface="Lato"/>
                <a:sym typeface="Lato"/>
              </a:rPr>
              <a:t> strong negative correlation </a:t>
            </a:r>
            <a:r>
              <a:rPr lang="en" sz="1000">
                <a:solidFill>
                  <a:srgbClr val="3C3D3E"/>
                </a:solidFill>
                <a:latin typeface="Lato"/>
                <a:ea typeface="Lato"/>
                <a:cs typeface="Lato"/>
                <a:sym typeface="Lato"/>
              </a:rPr>
              <a:t>with diabetes prevalence. This indicates that states with a higher percentage of employed individuals tend to have a lower diabetes prevalence.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Percent of individuals </a:t>
            </a:r>
            <a:r>
              <a:rPr lang="en" sz="1000" b="1">
                <a:solidFill>
                  <a:srgbClr val="E34A06"/>
                </a:solidFill>
                <a:latin typeface="Lato"/>
                <a:ea typeface="Lato"/>
                <a:cs typeface="Lato"/>
                <a:sym typeface="Lato"/>
              </a:rPr>
              <a:t>below poverty</a:t>
            </a:r>
            <a:r>
              <a:rPr lang="en" sz="1000">
                <a:solidFill>
                  <a:srgbClr val="3C3D3E"/>
                </a:solidFill>
                <a:latin typeface="Lato"/>
                <a:ea typeface="Lato"/>
                <a:cs typeface="Lato"/>
                <a:sym typeface="Lato"/>
              </a:rPr>
              <a:t> has a </a:t>
            </a:r>
            <a:r>
              <a:rPr lang="en" sz="1000" b="1">
                <a:solidFill>
                  <a:srgbClr val="E34A06"/>
                </a:solidFill>
                <a:latin typeface="Lato"/>
                <a:ea typeface="Lato"/>
                <a:cs typeface="Lato"/>
                <a:sym typeface="Lato"/>
              </a:rPr>
              <a:t>moderate </a:t>
            </a:r>
            <a:r>
              <a:rPr lang="en" sz="1000">
                <a:solidFill>
                  <a:srgbClr val="3C3D3E"/>
                </a:solidFill>
                <a:latin typeface="Lato"/>
                <a:ea typeface="Lato"/>
                <a:cs typeface="Lato"/>
                <a:sym typeface="Lato"/>
              </a:rPr>
              <a:t>to</a:t>
            </a:r>
            <a:r>
              <a:rPr lang="en" sz="1000" b="1">
                <a:solidFill>
                  <a:srgbClr val="E34A06"/>
                </a:solidFill>
                <a:latin typeface="Lato"/>
                <a:ea typeface="Lato"/>
                <a:cs typeface="Lato"/>
                <a:sym typeface="Lato"/>
              </a:rPr>
              <a:t> strong positive correlation</a:t>
            </a:r>
            <a:r>
              <a:rPr lang="en" sz="1000">
                <a:solidFill>
                  <a:srgbClr val="3C3D3E"/>
                </a:solidFill>
                <a:latin typeface="Lato"/>
                <a:ea typeface="Lato"/>
                <a:cs typeface="Lato"/>
                <a:sym typeface="Lato"/>
              </a:rPr>
              <a:t> with diabetes prevalence. A state with a higher percentage of individuals below poverty also tends to have a high diabetes prevalence.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This suggests that states where the average individual makes more money </a:t>
            </a:r>
            <a:r>
              <a:rPr lang="en" sz="1000" i="1">
                <a:solidFill>
                  <a:srgbClr val="3C3D3E"/>
                </a:solidFill>
                <a:latin typeface="Lato"/>
                <a:ea typeface="Lato"/>
                <a:cs typeface="Lato"/>
                <a:sym typeface="Lato"/>
              </a:rPr>
              <a:t>may</a:t>
            </a:r>
            <a:r>
              <a:rPr lang="en" sz="1000">
                <a:solidFill>
                  <a:srgbClr val="3C3D3E"/>
                </a:solidFill>
                <a:latin typeface="Lato"/>
                <a:ea typeface="Lato"/>
                <a:cs typeface="Lato"/>
                <a:sym typeface="Lato"/>
              </a:rPr>
              <a:t> have better diabetes and COPD outcomes.  </a:t>
            </a:r>
            <a:endParaRPr sz="1000">
              <a:solidFill>
                <a:srgbClr val="3C3D3E"/>
              </a:solidFill>
              <a:latin typeface="Lato"/>
              <a:ea typeface="Lato"/>
              <a:cs typeface="Lato"/>
              <a:sym typeface="Lato"/>
            </a:endParaRPr>
          </a:p>
        </p:txBody>
      </p:sp>
      <p:pic>
        <p:nvPicPr>
          <p:cNvPr id="657" name="Google Shape;657;p53" title="download.png"/>
          <p:cNvPicPr preferRelativeResize="0"/>
          <p:nvPr/>
        </p:nvPicPr>
        <p:blipFill>
          <a:blip r:embed="rId3">
            <a:alphaModFix/>
          </a:blip>
          <a:stretch>
            <a:fillRect/>
          </a:stretch>
        </p:blipFill>
        <p:spPr>
          <a:xfrm>
            <a:off x="4282225" y="1359000"/>
            <a:ext cx="4808226" cy="2768500"/>
          </a:xfrm>
          <a:prstGeom prst="rect">
            <a:avLst/>
          </a:prstGeom>
          <a:noFill/>
          <a:ln>
            <a:noFill/>
          </a:ln>
        </p:spPr>
      </p:pic>
      <p:sp>
        <p:nvSpPr>
          <p:cNvPr id="658" name="Google Shape;658;p53"/>
          <p:cNvSpPr/>
          <p:nvPr/>
        </p:nvSpPr>
        <p:spPr>
          <a:xfrm rot="5400000">
            <a:off x="6857075" y="1530275"/>
            <a:ext cx="330900" cy="32058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59" name="Google Shape;659;p53"/>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4"/>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Diabetes and COPD Trends Across Population</a:t>
            </a:r>
            <a:endParaRPr>
              <a:solidFill>
                <a:srgbClr val="FF9900"/>
              </a:solidFill>
            </a:endParaRPr>
          </a:p>
        </p:txBody>
      </p:sp>
      <p:pic>
        <p:nvPicPr>
          <p:cNvPr id="665" name="Google Shape;665;p54" title="download-6.png"/>
          <p:cNvPicPr preferRelativeResize="0"/>
          <p:nvPr/>
        </p:nvPicPr>
        <p:blipFill>
          <a:blip r:embed="rId3">
            <a:alphaModFix/>
          </a:blip>
          <a:stretch>
            <a:fillRect/>
          </a:stretch>
        </p:blipFill>
        <p:spPr>
          <a:xfrm>
            <a:off x="3518948" y="1077150"/>
            <a:ext cx="5269151" cy="3323075"/>
          </a:xfrm>
          <a:prstGeom prst="rect">
            <a:avLst/>
          </a:prstGeom>
          <a:noFill/>
          <a:ln>
            <a:noFill/>
          </a:ln>
        </p:spPr>
      </p:pic>
      <p:sp>
        <p:nvSpPr>
          <p:cNvPr id="666" name="Google Shape;666;p54"/>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
        <p:nvSpPr>
          <p:cNvPr id="667" name="Google Shape;667;p54"/>
          <p:cNvSpPr txBox="1"/>
          <p:nvPr/>
        </p:nvSpPr>
        <p:spPr>
          <a:xfrm>
            <a:off x="311700" y="757675"/>
            <a:ext cx="3117300" cy="368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Observations</a:t>
            </a:r>
            <a:endParaRPr sz="1000" b="1">
              <a:solidFill>
                <a:schemeClr val="dk1"/>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 scatterplot shows diabetes prevalence vs COPD prevalence and</a:t>
            </a:r>
            <a:r>
              <a:rPr lang="en" sz="1000" b="1">
                <a:solidFill>
                  <a:srgbClr val="E34A06"/>
                </a:solidFill>
                <a:latin typeface="Lato"/>
                <a:ea typeface="Lato"/>
                <a:cs typeface="Lato"/>
                <a:sym typeface="Lato"/>
              </a:rPr>
              <a:t> colors by state population</a:t>
            </a:r>
            <a:r>
              <a:rPr lang="en" sz="1000">
                <a:solidFill>
                  <a:srgbClr val="3C3D3E"/>
                </a:solidFill>
                <a:latin typeface="Lato"/>
                <a:ea typeface="Lato"/>
                <a:cs typeface="Lato"/>
                <a:sym typeface="Lato"/>
              </a:rPr>
              <a:t> in tens of millions.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States with</a:t>
            </a:r>
            <a:r>
              <a:rPr lang="en" sz="1000" b="1">
                <a:solidFill>
                  <a:srgbClr val="E34A06"/>
                </a:solidFill>
                <a:latin typeface="Lato"/>
                <a:ea typeface="Lato"/>
                <a:cs typeface="Lato"/>
                <a:sym typeface="Lato"/>
              </a:rPr>
              <a:t> higher populations</a:t>
            </a:r>
            <a:r>
              <a:rPr lang="en" sz="1000">
                <a:solidFill>
                  <a:srgbClr val="3C3D3E"/>
                </a:solidFill>
                <a:latin typeface="Lato"/>
                <a:ea typeface="Lato"/>
                <a:cs typeface="Lato"/>
                <a:sym typeface="Lato"/>
              </a:rPr>
              <a:t> are indicated with </a:t>
            </a:r>
            <a:r>
              <a:rPr lang="en" sz="1000" b="1">
                <a:solidFill>
                  <a:srgbClr val="E34A06"/>
                </a:solidFill>
                <a:latin typeface="Lato"/>
                <a:ea typeface="Lato"/>
                <a:cs typeface="Lato"/>
                <a:sym typeface="Lato"/>
              </a:rPr>
              <a:t>lighter colors</a:t>
            </a:r>
            <a:r>
              <a:rPr lang="en" sz="1000">
                <a:solidFill>
                  <a:srgbClr val="3C3D3E"/>
                </a:solidFill>
                <a:latin typeface="Lato"/>
                <a:ea typeface="Lato"/>
                <a:cs typeface="Lato"/>
                <a:sym typeface="Lato"/>
              </a:rPr>
              <a:t>. These observations are not clustered in a specific space, and the varying populations are scattered across the chart.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Conclusion</a:t>
            </a:r>
            <a:endParaRPr sz="9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Overall, the scatter plot indicates that diabetes and COPD have a </a:t>
            </a:r>
            <a:r>
              <a:rPr lang="en" sz="1000" b="1">
                <a:solidFill>
                  <a:srgbClr val="E34A06"/>
                </a:solidFill>
                <a:latin typeface="Lato"/>
                <a:ea typeface="Lato"/>
                <a:cs typeface="Lato"/>
                <a:sym typeface="Lato"/>
              </a:rPr>
              <a:t>consistent correlation</a:t>
            </a:r>
            <a:r>
              <a:rPr lang="en" sz="1000">
                <a:solidFill>
                  <a:srgbClr val="3C3D3E"/>
                </a:solidFill>
                <a:latin typeface="Lato"/>
                <a:ea typeface="Lato"/>
                <a:cs typeface="Lato"/>
                <a:sym typeface="Lato"/>
              </a:rPr>
              <a:t> across states. States with bigger population have a similar diabetes and COPD prevalence trend to smaller states. This implies that that population size does not strongly change the relationship between these two conditions.</a:t>
            </a:r>
            <a:endParaRPr sz="1000">
              <a:solidFill>
                <a:srgbClr val="3C3D3E"/>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55"/>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Diabetes and COPD Trends Across Employment and Poverty Rates</a:t>
            </a:r>
            <a:endParaRPr>
              <a:solidFill>
                <a:srgbClr val="FF9900"/>
              </a:solidFill>
            </a:endParaRPr>
          </a:p>
        </p:txBody>
      </p:sp>
      <p:pic>
        <p:nvPicPr>
          <p:cNvPr id="673" name="Google Shape;673;p55" title="download-5.png"/>
          <p:cNvPicPr preferRelativeResize="0"/>
          <p:nvPr/>
        </p:nvPicPr>
        <p:blipFill>
          <a:blip r:embed="rId3">
            <a:alphaModFix/>
          </a:blip>
          <a:stretch>
            <a:fillRect/>
          </a:stretch>
        </p:blipFill>
        <p:spPr>
          <a:xfrm>
            <a:off x="4762837" y="792600"/>
            <a:ext cx="3330363" cy="2109459"/>
          </a:xfrm>
          <a:prstGeom prst="rect">
            <a:avLst/>
          </a:prstGeom>
          <a:noFill/>
          <a:ln>
            <a:noFill/>
          </a:ln>
        </p:spPr>
      </p:pic>
      <p:pic>
        <p:nvPicPr>
          <p:cNvPr id="674" name="Google Shape;674;p55" title="download-4.png"/>
          <p:cNvPicPr preferRelativeResize="0"/>
          <p:nvPr/>
        </p:nvPicPr>
        <p:blipFill>
          <a:blip r:embed="rId4">
            <a:alphaModFix/>
          </a:blip>
          <a:stretch>
            <a:fillRect/>
          </a:stretch>
        </p:blipFill>
        <p:spPr>
          <a:xfrm>
            <a:off x="4851424" y="2902074"/>
            <a:ext cx="3241787" cy="2053376"/>
          </a:xfrm>
          <a:prstGeom prst="rect">
            <a:avLst/>
          </a:prstGeom>
          <a:noFill/>
          <a:ln>
            <a:noFill/>
          </a:ln>
        </p:spPr>
      </p:pic>
      <p:sp>
        <p:nvSpPr>
          <p:cNvPr id="675" name="Google Shape;675;p55"/>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9</a:t>
            </a:fld>
            <a:endParaRPr/>
          </a:p>
        </p:txBody>
      </p:sp>
      <p:sp>
        <p:nvSpPr>
          <p:cNvPr id="676" name="Google Shape;676;p55"/>
          <p:cNvSpPr txBox="1"/>
          <p:nvPr/>
        </p:nvSpPr>
        <p:spPr>
          <a:xfrm>
            <a:off x="311700" y="757675"/>
            <a:ext cx="3958200" cy="443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Observations</a:t>
            </a:r>
            <a:endParaRPr sz="1100" b="1">
              <a:solidFill>
                <a:schemeClr val="dk1"/>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The two scatter plots show diabetes vs COPD prevalence. The top plot is colored by</a:t>
            </a:r>
            <a:r>
              <a:rPr lang="en" sz="1000" b="1">
                <a:solidFill>
                  <a:srgbClr val="E34A06"/>
                </a:solidFill>
                <a:latin typeface="Lato"/>
                <a:ea typeface="Lato"/>
                <a:cs typeface="Lato"/>
                <a:sym typeface="Lato"/>
              </a:rPr>
              <a:t> percent below poverty</a:t>
            </a:r>
            <a:r>
              <a:rPr lang="en" sz="1000">
                <a:solidFill>
                  <a:srgbClr val="3C3D3E"/>
                </a:solidFill>
                <a:latin typeface="Lato"/>
                <a:ea typeface="Lato"/>
                <a:cs typeface="Lato"/>
                <a:sym typeface="Lato"/>
              </a:rPr>
              <a:t>, and the bottom plot is colored by</a:t>
            </a:r>
            <a:r>
              <a:rPr lang="en" sz="1000" b="1">
                <a:solidFill>
                  <a:srgbClr val="E34A06"/>
                </a:solidFill>
                <a:latin typeface="Lato"/>
                <a:ea typeface="Lato"/>
                <a:cs typeface="Lato"/>
                <a:sym typeface="Lato"/>
              </a:rPr>
              <a:t> percent employed.</a:t>
            </a:r>
            <a:r>
              <a:rPr lang="en" sz="1000">
                <a:solidFill>
                  <a:srgbClr val="3C3D3E"/>
                </a:solidFill>
                <a:latin typeface="Lato"/>
                <a:ea typeface="Lato"/>
                <a:cs typeface="Lato"/>
                <a:sym typeface="Lato"/>
              </a:rPr>
              <a:t> </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States with a </a:t>
            </a:r>
            <a:r>
              <a:rPr lang="en" sz="1000" b="1">
                <a:solidFill>
                  <a:srgbClr val="E34A06"/>
                </a:solidFill>
                <a:latin typeface="Lato"/>
                <a:ea typeface="Lato"/>
                <a:cs typeface="Lato"/>
                <a:sym typeface="Lato"/>
              </a:rPr>
              <a:t>higher percentage of employed individuals</a:t>
            </a:r>
            <a:r>
              <a:rPr lang="en" sz="1000">
                <a:solidFill>
                  <a:srgbClr val="3C3D3E"/>
                </a:solidFill>
                <a:latin typeface="Lato"/>
                <a:ea typeface="Lato"/>
                <a:cs typeface="Lato"/>
                <a:sym typeface="Lato"/>
              </a:rPr>
              <a:t> are clustered in the bottom left corner showing low rates of diabetes at the same time as low rates of COPD. The opposite trend is displayed for percentage below poverty; states with</a:t>
            </a:r>
            <a:r>
              <a:rPr lang="en" sz="1000" b="1">
                <a:solidFill>
                  <a:srgbClr val="E34A06"/>
                </a:solidFill>
                <a:latin typeface="Lato"/>
                <a:ea typeface="Lato"/>
                <a:cs typeface="Lato"/>
                <a:sym typeface="Lato"/>
              </a:rPr>
              <a:t> lower percentage of individuals below poverty </a:t>
            </a:r>
            <a:r>
              <a:rPr lang="en" sz="1000">
                <a:solidFill>
                  <a:srgbClr val="3C3D3E"/>
                </a:solidFill>
                <a:latin typeface="Lato"/>
                <a:ea typeface="Lato"/>
                <a:cs typeface="Lato"/>
                <a:sym typeface="Lato"/>
              </a:rPr>
              <a:t>tend to have lower prevalence of diabetes and COPD.</a:t>
            </a:r>
            <a:endParaRPr sz="10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100" b="1">
                <a:solidFill>
                  <a:schemeClr val="dk1"/>
                </a:solidFill>
                <a:latin typeface="Lato"/>
                <a:ea typeface="Lato"/>
                <a:cs typeface="Lato"/>
                <a:sym typeface="Lato"/>
              </a:rPr>
              <a:t>Conclusion</a:t>
            </a:r>
            <a:endParaRPr sz="600">
              <a:solidFill>
                <a:srgbClr val="3C3D3E"/>
              </a:solidFill>
              <a:latin typeface="Lato"/>
              <a:ea typeface="Lato"/>
              <a:cs typeface="Lato"/>
              <a:sym typeface="Lato"/>
            </a:endParaRPr>
          </a:p>
          <a:p>
            <a:pPr marL="0" lvl="0" indent="0" algn="l" rtl="0">
              <a:lnSpc>
                <a:spcPct val="115000"/>
              </a:lnSpc>
              <a:spcBef>
                <a:spcPts val="500"/>
              </a:spcBef>
              <a:spcAft>
                <a:spcPts val="0"/>
              </a:spcAft>
              <a:buNone/>
            </a:pPr>
            <a:r>
              <a:rPr lang="en" sz="1000">
                <a:solidFill>
                  <a:srgbClr val="3C3D3E"/>
                </a:solidFill>
                <a:latin typeface="Lato"/>
                <a:ea typeface="Lato"/>
                <a:cs typeface="Lato"/>
                <a:sym typeface="Lato"/>
              </a:rPr>
              <a:t>Diabetes and COPD tend to increase together across states. This pattern stays consistent when we add socioeconomic factors like employment and poverty. States with higher employment rates generally have lower levels of both diabetes and COPD, while states with higher poverty levels tend to have higher rates of both conditions. This suggest that the</a:t>
            </a:r>
            <a:r>
              <a:rPr lang="en" sz="1000" b="1">
                <a:solidFill>
                  <a:srgbClr val="E34A06"/>
                </a:solidFill>
                <a:latin typeface="Lato"/>
                <a:ea typeface="Lato"/>
                <a:cs typeface="Lato"/>
                <a:sym typeface="Lato"/>
              </a:rPr>
              <a:t> socioeconomic conditions play an important role</a:t>
            </a:r>
            <a:r>
              <a:rPr lang="en" sz="1000">
                <a:solidFill>
                  <a:srgbClr val="3C3D3E"/>
                </a:solidFill>
                <a:latin typeface="Lato"/>
                <a:ea typeface="Lato"/>
                <a:cs typeface="Lato"/>
                <a:sym typeface="Lato"/>
              </a:rPr>
              <a:t> in where diabetes and COPD are more common.</a:t>
            </a:r>
            <a:endParaRPr sz="1000">
              <a:solidFill>
                <a:srgbClr val="3C3D3E"/>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56"/>
          <p:cNvSpPr txBox="1">
            <a:spLocks noGrp="1"/>
          </p:cNvSpPr>
          <p:nvPr>
            <p:ph type="body" idx="1"/>
          </p:nvPr>
        </p:nvSpPr>
        <p:spPr>
          <a:xfrm>
            <a:off x="3134529" y="777771"/>
            <a:ext cx="2863500" cy="390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500"/>
              </a:spcBef>
              <a:spcAft>
                <a:spcPts val="0"/>
              </a:spcAft>
              <a:buClr>
                <a:schemeClr val="dk1"/>
              </a:buClr>
              <a:buSzPts val="800"/>
              <a:buFont typeface="Arial"/>
              <a:buNone/>
            </a:pPr>
            <a:r>
              <a:rPr lang="en" sz="1100" b="1">
                <a:solidFill>
                  <a:schemeClr val="dk1"/>
                </a:solidFill>
              </a:rPr>
              <a:t>Risk of Resulting Decisions</a:t>
            </a:r>
            <a:endParaRPr sz="1000" b="1">
              <a:solidFill>
                <a:srgbClr val="E34A06"/>
              </a:solidFill>
            </a:endParaRPr>
          </a:p>
          <a:p>
            <a:pPr marL="0" lvl="0" indent="0" algn="l" rtl="0">
              <a:lnSpc>
                <a:spcPct val="100000"/>
              </a:lnSpc>
              <a:spcBef>
                <a:spcPts val="500"/>
              </a:spcBef>
              <a:spcAft>
                <a:spcPts val="0"/>
              </a:spcAft>
              <a:buClr>
                <a:schemeClr val="dk1"/>
              </a:buClr>
              <a:buSzPts val="800"/>
              <a:buFont typeface="Arial"/>
              <a:buNone/>
            </a:pPr>
            <a:r>
              <a:rPr lang="en" sz="1000">
                <a:solidFill>
                  <a:srgbClr val="3C3D3E"/>
                </a:solidFill>
              </a:rPr>
              <a:t>When decisions are made in the interest of providing access to quality healthcare, policy makers and medical professionals need to thoroughly understand the scope of the data, who is represented, and who will be impacted positively or negatively. By performing exploratory data analysis on healthcare data, we run the</a:t>
            </a:r>
            <a:r>
              <a:rPr lang="en" sz="1000" b="1">
                <a:solidFill>
                  <a:srgbClr val="E34A06"/>
                </a:solidFill>
              </a:rPr>
              <a:t> risk of these administrators making decisions about healthcare systems based on the results</a:t>
            </a:r>
            <a:r>
              <a:rPr lang="en" sz="1000">
                <a:solidFill>
                  <a:srgbClr val="3C3D3E"/>
                </a:solidFill>
              </a:rPr>
              <a:t>, without addressing the existing bias and variance as listed above. In order to avoid the chance of discrimination, we need to be clear about what the data and resulting analyses represent, especially if it will be used for predictive modeling and additional research questions in the future. </a:t>
            </a:r>
            <a:endParaRPr sz="1000">
              <a:solidFill>
                <a:srgbClr val="3C3D3E"/>
              </a:solidFill>
            </a:endParaRPr>
          </a:p>
          <a:p>
            <a:pPr marL="0" lvl="0" indent="0" algn="l" rtl="0">
              <a:lnSpc>
                <a:spcPct val="100000"/>
              </a:lnSpc>
              <a:spcBef>
                <a:spcPts val="500"/>
              </a:spcBef>
              <a:spcAft>
                <a:spcPts val="0"/>
              </a:spcAft>
              <a:buClr>
                <a:schemeClr val="dk1"/>
              </a:buClr>
              <a:buSzPts val="800"/>
              <a:buFont typeface="Arial"/>
              <a:buNone/>
            </a:pPr>
            <a:r>
              <a:rPr lang="en" sz="1100" b="1">
                <a:solidFill>
                  <a:schemeClr val="dk1"/>
                </a:solidFill>
              </a:rPr>
              <a:t>Metric Estimations</a:t>
            </a:r>
            <a:endParaRPr sz="1100">
              <a:solidFill>
                <a:srgbClr val="3C3D3E"/>
              </a:solidFill>
            </a:endParaRPr>
          </a:p>
          <a:p>
            <a:pPr marL="0" lvl="0" indent="0" algn="l" rtl="0">
              <a:lnSpc>
                <a:spcPct val="100000"/>
              </a:lnSpc>
              <a:spcBef>
                <a:spcPts val="500"/>
              </a:spcBef>
              <a:spcAft>
                <a:spcPts val="0"/>
              </a:spcAft>
              <a:buNone/>
            </a:pPr>
            <a:r>
              <a:rPr lang="en" sz="1000">
                <a:solidFill>
                  <a:srgbClr val="3C3D3E"/>
                </a:solidFill>
              </a:rPr>
              <a:t>The sources of both datasets use</a:t>
            </a:r>
            <a:r>
              <a:rPr lang="en" sz="1000" b="1">
                <a:solidFill>
                  <a:srgbClr val="E34A06"/>
                </a:solidFill>
              </a:rPr>
              <a:t> models to estimate the metrics</a:t>
            </a:r>
            <a:r>
              <a:rPr lang="en" sz="1000">
                <a:solidFill>
                  <a:srgbClr val="3C3D3E"/>
                </a:solidFill>
              </a:rPr>
              <a:t>. While some metrics include confidence intervals in the data that can be utilized for more accurate results, the modeling behind the estimates is unknown. </a:t>
            </a:r>
            <a:endParaRPr sz="1000">
              <a:solidFill>
                <a:srgbClr val="3C3D3E"/>
              </a:solidFill>
            </a:endParaRPr>
          </a:p>
          <a:p>
            <a:pPr marL="0" lvl="0" indent="0" algn="l" rtl="0">
              <a:lnSpc>
                <a:spcPct val="100000"/>
              </a:lnSpc>
              <a:spcBef>
                <a:spcPts val="500"/>
              </a:spcBef>
              <a:spcAft>
                <a:spcPts val="0"/>
              </a:spcAft>
              <a:buClr>
                <a:schemeClr val="dk1"/>
              </a:buClr>
              <a:buSzPts val="800"/>
              <a:buFont typeface="Arial"/>
              <a:buNone/>
            </a:pPr>
            <a:endParaRPr sz="1000">
              <a:solidFill>
                <a:srgbClr val="3C3D3E"/>
              </a:solidFill>
            </a:endParaRPr>
          </a:p>
        </p:txBody>
      </p:sp>
      <p:sp>
        <p:nvSpPr>
          <p:cNvPr id="682" name="Google Shape;682;p56"/>
          <p:cNvSpPr txBox="1">
            <a:spLocks noGrp="1"/>
          </p:cNvSpPr>
          <p:nvPr>
            <p:ph type="body" idx="1"/>
          </p:nvPr>
        </p:nvSpPr>
        <p:spPr>
          <a:xfrm>
            <a:off x="6061078" y="786133"/>
            <a:ext cx="2863500" cy="3741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500"/>
              </a:spcBef>
              <a:spcAft>
                <a:spcPts val="0"/>
              </a:spcAft>
              <a:buClr>
                <a:schemeClr val="dk1"/>
              </a:buClr>
              <a:buSzPts val="800"/>
              <a:buFont typeface="Arial"/>
              <a:buNone/>
            </a:pPr>
            <a:r>
              <a:rPr lang="en" sz="1100" b="1">
                <a:solidFill>
                  <a:schemeClr val="dk1"/>
                </a:solidFill>
              </a:rPr>
              <a:t>Protected Attributes</a:t>
            </a:r>
            <a:endParaRPr sz="1000" b="1">
              <a:solidFill>
                <a:srgbClr val="E34A06"/>
              </a:solidFill>
            </a:endParaRPr>
          </a:p>
          <a:p>
            <a:pPr marL="0" lvl="0" indent="0" algn="l" rtl="0">
              <a:lnSpc>
                <a:spcPct val="100000"/>
              </a:lnSpc>
              <a:spcBef>
                <a:spcPts val="500"/>
              </a:spcBef>
              <a:spcAft>
                <a:spcPts val="0"/>
              </a:spcAft>
              <a:buClr>
                <a:schemeClr val="dk1"/>
              </a:buClr>
              <a:buSzPts val="800"/>
              <a:buFont typeface="Arial"/>
              <a:buNone/>
            </a:pPr>
            <a:r>
              <a:rPr lang="en" sz="1000">
                <a:solidFill>
                  <a:srgbClr val="3C3D3E"/>
                </a:solidFill>
              </a:rPr>
              <a:t>Some of the fields we are including in our exploratory data analysis are</a:t>
            </a:r>
            <a:r>
              <a:rPr lang="en" sz="1000" b="1">
                <a:solidFill>
                  <a:srgbClr val="E34A06"/>
                </a:solidFill>
              </a:rPr>
              <a:t> protected attributes,</a:t>
            </a:r>
            <a:r>
              <a:rPr lang="en" sz="1000">
                <a:solidFill>
                  <a:srgbClr val="3C3D3E"/>
                </a:solidFill>
              </a:rPr>
              <a:t> such as race and sex. This means they are legally guarded against discrimination, and we are required to take precautions to eliminate the risk. We can use tools such as the FairLens package in python to assess and visualize bias related to these protected classes and where it exists in our data. The results of the assessment can guide our understanding and impact regarding these attributes in our data.</a:t>
            </a:r>
            <a:r>
              <a:rPr lang="en" sz="900">
                <a:solidFill>
                  <a:srgbClr val="3C3D3E"/>
                </a:solidFill>
              </a:rPr>
              <a:t> </a:t>
            </a:r>
            <a:endParaRPr sz="900">
              <a:solidFill>
                <a:srgbClr val="3C3D3E"/>
              </a:solidFill>
            </a:endParaRPr>
          </a:p>
          <a:p>
            <a:pPr marL="0" lvl="0" indent="0" algn="l" rtl="0">
              <a:lnSpc>
                <a:spcPct val="100000"/>
              </a:lnSpc>
              <a:spcBef>
                <a:spcPts val="500"/>
              </a:spcBef>
              <a:spcAft>
                <a:spcPts val="0"/>
              </a:spcAft>
              <a:buClr>
                <a:schemeClr val="dk1"/>
              </a:buClr>
              <a:buSzPts val="800"/>
              <a:buFont typeface="Arial"/>
              <a:buNone/>
            </a:pPr>
            <a:r>
              <a:rPr lang="en" sz="1100" b="1">
                <a:solidFill>
                  <a:schemeClr val="dk1"/>
                </a:solidFill>
              </a:rPr>
              <a:t>Personal Health Records</a:t>
            </a:r>
            <a:endParaRPr sz="1000" b="1">
              <a:solidFill>
                <a:srgbClr val="E34A06"/>
              </a:solidFill>
            </a:endParaRPr>
          </a:p>
          <a:p>
            <a:pPr marL="0" marR="0" lvl="0" indent="0" algn="l" rtl="0">
              <a:lnSpc>
                <a:spcPct val="100000"/>
              </a:lnSpc>
              <a:spcBef>
                <a:spcPts val="500"/>
              </a:spcBef>
              <a:spcAft>
                <a:spcPts val="0"/>
              </a:spcAft>
              <a:buClr>
                <a:schemeClr val="dk1"/>
              </a:buClr>
              <a:buSzPts val="800"/>
              <a:buFont typeface="Arial"/>
              <a:buNone/>
            </a:pPr>
            <a:r>
              <a:rPr lang="en" sz="1000">
                <a:solidFill>
                  <a:srgbClr val="3C3D3E"/>
                </a:solidFill>
              </a:rPr>
              <a:t>Health records contain exceptionally </a:t>
            </a:r>
            <a:r>
              <a:rPr lang="en" sz="1000" b="1">
                <a:solidFill>
                  <a:srgbClr val="E34A06"/>
                </a:solidFill>
              </a:rPr>
              <a:t>sensitive data</a:t>
            </a:r>
            <a:r>
              <a:rPr lang="en" sz="1000">
                <a:solidFill>
                  <a:srgbClr val="3C3D3E"/>
                </a:solidFill>
              </a:rPr>
              <a:t>, even if they are de-identified. While our health and diagnoses data is aggregated to the state-level, it still originated from personal health records. Our data contains little to no risk of systematically identifying individuals because it is not granular, but it is still necessary to continue the conversation about the patients that the data represents, even on a high-level. </a:t>
            </a:r>
            <a:endParaRPr sz="1000">
              <a:solidFill>
                <a:srgbClr val="3C3D3E"/>
              </a:solidFill>
            </a:endParaRPr>
          </a:p>
        </p:txBody>
      </p:sp>
      <p:sp>
        <p:nvSpPr>
          <p:cNvPr id="683" name="Google Shape;683;p56"/>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684" name="Google Shape;684;p56"/>
          <p:cNvSpPr txBox="1"/>
          <p:nvPr/>
        </p:nvSpPr>
        <p:spPr>
          <a:xfrm>
            <a:off x="311700" y="757675"/>
            <a:ext cx="2759700" cy="5019000"/>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r>
              <a:rPr lang="en" sz="1100" b="1">
                <a:solidFill>
                  <a:schemeClr val="dk1"/>
                </a:solidFill>
                <a:latin typeface="Lato"/>
                <a:ea typeface="Lato"/>
                <a:cs typeface="Lato"/>
                <a:sym typeface="Lato"/>
              </a:rPr>
              <a:t>Representative Data Bias</a:t>
            </a:r>
            <a:endParaRPr sz="1000" b="1">
              <a:solidFill>
                <a:srgbClr val="E34A06"/>
              </a:solidFill>
              <a:latin typeface="Lato"/>
              <a:ea typeface="Lato"/>
              <a:cs typeface="Lato"/>
              <a:sym typeface="Lato"/>
            </a:endParaRPr>
          </a:p>
          <a:p>
            <a:pPr marL="0" lvl="0" indent="0" algn="l" rtl="0">
              <a:spcBef>
                <a:spcPts val="500"/>
              </a:spcBef>
              <a:spcAft>
                <a:spcPts val="0"/>
              </a:spcAft>
              <a:buNone/>
            </a:pPr>
            <a:r>
              <a:rPr lang="en" sz="1000">
                <a:solidFill>
                  <a:srgbClr val="3C3D3E"/>
                </a:solidFill>
                <a:latin typeface="Lato"/>
                <a:ea typeface="Lato"/>
                <a:cs typeface="Lato"/>
                <a:sym typeface="Lato"/>
              </a:rPr>
              <a:t>The chronic disease data from the CDC reports on cases of particular diagnoses, but not all cases are documented. Certain demographics may be</a:t>
            </a:r>
            <a:r>
              <a:rPr lang="en" sz="1000" b="1">
                <a:solidFill>
                  <a:srgbClr val="E34A06"/>
                </a:solidFill>
                <a:latin typeface="Lato"/>
                <a:ea typeface="Lato"/>
                <a:cs typeface="Lato"/>
                <a:sym typeface="Lato"/>
              </a:rPr>
              <a:t> systematically excluded </a:t>
            </a:r>
            <a:r>
              <a:rPr lang="en" sz="1000">
                <a:solidFill>
                  <a:srgbClr val="3C3D3E"/>
                </a:solidFill>
                <a:latin typeface="Lato"/>
                <a:ea typeface="Lato"/>
                <a:cs typeface="Lato"/>
                <a:sym typeface="Lato"/>
              </a:rPr>
              <a:t>from the data; </a:t>
            </a:r>
            <a:endParaRPr sz="1000">
              <a:solidFill>
                <a:srgbClr val="3C3D3E"/>
              </a:solidFill>
              <a:latin typeface="Lato"/>
              <a:ea typeface="Lato"/>
              <a:cs typeface="Lato"/>
              <a:sym typeface="Lato"/>
            </a:endParaRPr>
          </a:p>
          <a:p>
            <a:pPr marL="0" lvl="0" indent="0" algn="l" rtl="0">
              <a:spcBef>
                <a:spcPts val="500"/>
              </a:spcBef>
              <a:spcAft>
                <a:spcPts val="0"/>
              </a:spcAft>
              <a:buNone/>
            </a:pPr>
            <a:r>
              <a:rPr lang="en" sz="1000">
                <a:solidFill>
                  <a:srgbClr val="3C3D3E"/>
                </a:solidFill>
                <a:latin typeface="Lato"/>
                <a:ea typeface="Lato"/>
                <a:cs typeface="Lato"/>
                <a:sym typeface="Lato"/>
              </a:rPr>
              <a:t>Low-income individuals may be less likely to see a doctor to receive a diagnosis because they cannot afford it, or households in rural areas may not have healthcare close enough.</a:t>
            </a:r>
            <a:endParaRPr sz="1000">
              <a:solidFill>
                <a:srgbClr val="3C3D3E"/>
              </a:solidFill>
              <a:latin typeface="Lato"/>
              <a:ea typeface="Lato"/>
              <a:cs typeface="Lato"/>
              <a:sym typeface="Lato"/>
            </a:endParaRPr>
          </a:p>
          <a:p>
            <a:pPr marL="0" lvl="0" indent="0" algn="l" rtl="0">
              <a:spcBef>
                <a:spcPts val="500"/>
              </a:spcBef>
              <a:spcAft>
                <a:spcPts val="0"/>
              </a:spcAft>
              <a:buNone/>
            </a:pPr>
            <a:r>
              <a:rPr lang="en" sz="1000">
                <a:solidFill>
                  <a:srgbClr val="3C3D3E"/>
                </a:solidFill>
                <a:latin typeface="Lato"/>
                <a:ea typeface="Lato"/>
                <a:cs typeface="Lato"/>
                <a:sym typeface="Lato"/>
              </a:rPr>
              <a:t>The census data is survey-based; only individuals and households who responded to the survey are included. While the bureau makes an effort to reach as much of the population as possible, not everyone is counted and not all questions are answered.</a:t>
            </a:r>
            <a:endParaRPr sz="1000">
              <a:solidFill>
                <a:srgbClr val="3C3D3E"/>
              </a:solidFill>
              <a:latin typeface="Lato"/>
              <a:ea typeface="Lato"/>
              <a:cs typeface="Lato"/>
              <a:sym typeface="Lato"/>
            </a:endParaRPr>
          </a:p>
          <a:p>
            <a:pPr marL="0" lvl="0" indent="0" algn="l" rtl="0">
              <a:spcBef>
                <a:spcPts val="500"/>
              </a:spcBef>
              <a:spcAft>
                <a:spcPts val="0"/>
              </a:spcAft>
              <a:buNone/>
            </a:pPr>
            <a:r>
              <a:rPr lang="en" sz="1000">
                <a:solidFill>
                  <a:srgbClr val="3C3D3E"/>
                </a:solidFill>
                <a:latin typeface="Lato"/>
                <a:ea typeface="Lato"/>
                <a:cs typeface="Lato"/>
                <a:sym typeface="Lato"/>
              </a:rPr>
              <a:t>The limitations regarding</a:t>
            </a:r>
            <a:r>
              <a:rPr lang="en" sz="1000" b="1">
                <a:solidFill>
                  <a:srgbClr val="E34A06"/>
                </a:solidFill>
                <a:latin typeface="Lato"/>
                <a:ea typeface="Lato"/>
                <a:cs typeface="Lato"/>
                <a:sym typeface="Lato"/>
              </a:rPr>
              <a:t> disproportionate representation</a:t>
            </a:r>
            <a:r>
              <a:rPr lang="en" sz="1000">
                <a:solidFill>
                  <a:srgbClr val="3C3D3E"/>
                </a:solidFill>
                <a:latin typeface="Lato"/>
                <a:ea typeface="Lato"/>
                <a:cs typeface="Lato"/>
                <a:sym typeface="Lato"/>
              </a:rPr>
              <a:t> in both of these datasets will have to be accounted for with methods such as the use of confidence intervals, splitting into subsets of more complete populations, or narrowing the scope of the project. </a:t>
            </a:r>
            <a:endParaRPr sz="900" b="1">
              <a:solidFill>
                <a:srgbClr val="E34A06"/>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800">
              <a:solidFill>
                <a:schemeClr val="accent1"/>
              </a:solidFill>
              <a:latin typeface="Lato"/>
              <a:ea typeface="Lato"/>
              <a:cs typeface="Lato"/>
              <a:sym typeface="Lato"/>
            </a:endParaRPr>
          </a:p>
          <a:p>
            <a:pPr marL="0" lvl="0" indent="0" algn="l" rtl="0">
              <a:lnSpc>
                <a:spcPct val="115000"/>
              </a:lnSpc>
              <a:spcBef>
                <a:spcPts val="500"/>
              </a:spcBef>
              <a:spcAft>
                <a:spcPts val="0"/>
              </a:spcAft>
              <a:buNone/>
            </a:pPr>
            <a:endParaRPr sz="1100" b="1">
              <a:solidFill>
                <a:schemeClr val="dk1"/>
              </a:solidFill>
              <a:latin typeface="Lato"/>
              <a:ea typeface="Lato"/>
              <a:cs typeface="Lato"/>
              <a:sym typeface="Lato"/>
            </a:endParaRPr>
          </a:p>
        </p:txBody>
      </p:sp>
      <p:sp>
        <p:nvSpPr>
          <p:cNvPr id="685" name="Google Shape;685;p56"/>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Ethical Considerations</a:t>
            </a:r>
            <a:endParaRPr>
              <a:solidFill>
                <a:srgbClr val="FF99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57"/>
          <p:cNvSpPr txBox="1">
            <a:spLocks noGrp="1"/>
          </p:cNvSpPr>
          <p:nvPr>
            <p:ph type="body" idx="1"/>
          </p:nvPr>
        </p:nvSpPr>
        <p:spPr>
          <a:xfrm>
            <a:off x="241150" y="3084800"/>
            <a:ext cx="8780100" cy="1954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500"/>
              </a:spcBef>
              <a:spcAft>
                <a:spcPts val="0"/>
              </a:spcAft>
              <a:buNone/>
            </a:pPr>
            <a:r>
              <a:rPr lang="en" sz="1100" b="1" dirty="0">
                <a:solidFill>
                  <a:schemeClr val="dk1"/>
                </a:solidFill>
              </a:rPr>
              <a:t>References</a:t>
            </a:r>
            <a:endParaRPr sz="1100" b="1" dirty="0">
              <a:solidFill>
                <a:srgbClr val="000000"/>
              </a:solidFill>
              <a:latin typeface="Arial"/>
              <a:ea typeface="Arial"/>
              <a:cs typeface="Arial"/>
              <a:sym typeface="Arial"/>
            </a:endParaRPr>
          </a:p>
          <a:p>
            <a:pPr marL="457200" marR="0" lvl="0" indent="-292100" algn="l" rtl="0">
              <a:lnSpc>
                <a:spcPct val="115000"/>
              </a:lnSpc>
              <a:spcBef>
                <a:spcPts val="500"/>
              </a:spcBef>
              <a:spcAft>
                <a:spcPts val="0"/>
              </a:spcAft>
              <a:buSzPts val="1000"/>
              <a:buFont typeface="Arial"/>
              <a:buChar char="●"/>
            </a:pPr>
            <a:r>
              <a:rPr lang="en" sz="1000" dirty="0">
                <a:solidFill>
                  <a:srgbClr val="000000"/>
                </a:solidFill>
                <a:latin typeface="Arial"/>
                <a:ea typeface="Arial"/>
                <a:cs typeface="Arial"/>
                <a:sym typeface="Arial"/>
              </a:rPr>
              <a:t>U.S. Census Bureau. </a:t>
            </a:r>
            <a:r>
              <a:rPr lang="en" sz="1000" i="1" dirty="0">
                <a:solidFill>
                  <a:srgbClr val="000000"/>
                </a:solidFill>
                <a:latin typeface="Arial"/>
                <a:ea typeface="Arial"/>
                <a:cs typeface="Arial"/>
                <a:sym typeface="Arial"/>
              </a:rPr>
              <a:t>American Community Survey (ACS) 2022, Data Profile DP03.</a:t>
            </a:r>
            <a:r>
              <a:rPr lang="en" sz="1000" dirty="0">
                <a:solidFill>
                  <a:srgbClr val="000000"/>
                </a:solidFill>
                <a:latin typeface="Arial"/>
                <a:ea typeface="Arial"/>
                <a:cs typeface="Arial"/>
                <a:sym typeface="Arial"/>
              </a:rPr>
              <a:t> Retrieved </a:t>
            </a:r>
            <a:r>
              <a:rPr lang="en" sz="1000" i="1" dirty="0">
                <a:solidFill>
                  <a:srgbClr val="000000"/>
                </a:solidFill>
                <a:latin typeface="Arial"/>
                <a:ea typeface="Arial"/>
                <a:cs typeface="Arial"/>
                <a:sym typeface="Arial"/>
              </a:rPr>
              <a:t>January 26, 2026</a:t>
            </a:r>
            <a:r>
              <a:rPr lang="en" sz="1000" dirty="0">
                <a:solidFill>
                  <a:srgbClr val="000000"/>
                </a:solidFill>
                <a:latin typeface="Arial"/>
                <a:ea typeface="Arial"/>
                <a:cs typeface="Arial"/>
                <a:sym typeface="Arial"/>
              </a:rPr>
              <a:t>, from</a:t>
            </a:r>
            <a:r>
              <a:rPr lang="en" sz="1000" i="1" dirty="0">
                <a:solidFill>
                  <a:srgbClr val="000000"/>
                </a:solidFill>
                <a:latin typeface="Arial"/>
                <a:ea typeface="Arial"/>
                <a:cs typeface="Arial"/>
                <a:sym typeface="Arial"/>
              </a:rPr>
              <a:t> </a:t>
            </a:r>
            <a:r>
              <a:rPr lang="en" sz="1000" u="sng" dirty="0">
                <a:solidFill>
                  <a:schemeClr val="accent5"/>
                </a:solidFill>
                <a:latin typeface="Arial"/>
                <a:ea typeface="Arial"/>
                <a:cs typeface="Arial"/>
                <a:sym typeface="Arial"/>
                <a:hlinkClick r:id="rId3">
                  <a:extLst>
                    <a:ext uri="{A12FA001-AC4F-418D-AE19-62706E023703}">
                      <ahyp:hlinkClr xmlns:ahyp="http://schemas.microsoft.com/office/drawing/2018/hyperlinkcolor" val="tx"/>
                    </a:ext>
                  </a:extLst>
                </a:hlinkClick>
              </a:rPr>
              <a:t>https://data.census.gov/table</a:t>
            </a:r>
            <a:r>
              <a:rPr lang="en" sz="1000" u="sng" dirty="0">
                <a:solidFill>
                  <a:schemeClr val="accent5"/>
                </a:solidFill>
                <a:latin typeface="Arial"/>
                <a:ea typeface="Arial"/>
                <a:cs typeface="Arial"/>
                <a:sym typeface="Arial"/>
              </a:rPr>
              <a:t> </a:t>
            </a:r>
            <a:r>
              <a:rPr lang="en" sz="1000" dirty="0">
                <a:solidFill>
                  <a:srgbClr val="000000"/>
                </a:solidFill>
                <a:latin typeface="Arial"/>
                <a:ea typeface="Arial"/>
                <a:cs typeface="Arial"/>
                <a:sym typeface="Arial"/>
              </a:rPr>
              <a:t>.</a:t>
            </a:r>
            <a:endParaRPr sz="1000" b="1" dirty="0">
              <a:solidFill>
                <a:srgbClr val="000000"/>
              </a:solidFill>
              <a:latin typeface="Arial"/>
              <a:ea typeface="Arial"/>
              <a:cs typeface="Arial"/>
              <a:sym typeface="Arial"/>
            </a:endParaRPr>
          </a:p>
          <a:p>
            <a:pPr marL="457200" marR="0" lvl="0" indent="-292100" algn="l" rtl="0">
              <a:lnSpc>
                <a:spcPct val="115000"/>
              </a:lnSpc>
              <a:spcBef>
                <a:spcPts val="0"/>
              </a:spcBef>
              <a:spcAft>
                <a:spcPts val="0"/>
              </a:spcAft>
              <a:buSzPts val="1000"/>
              <a:buFont typeface="Arial"/>
              <a:buChar char="●"/>
            </a:pPr>
            <a:r>
              <a:rPr lang="en" sz="1000" dirty="0">
                <a:solidFill>
                  <a:srgbClr val="000000"/>
                </a:solidFill>
                <a:latin typeface="Arial"/>
                <a:ea typeface="Arial"/>
                <a:cs typeface="Arial"/>
                <a:sym typeface="Arial"/>
              </a:rPr>
              <a:t>Centers for Disease Control and Prevention. 2025. </a:t>
            </a:r>
            <a:r>
              <a:rPr lang="en" sz="1000" i="1" dirty="0">
                <a:solidFill>
                  <a:srgbClr val="000000"/>
                </a:solidFill>
                <a:latin typeface="Arial"/>
                <a:ea typeface="Arial"/>
                <a:cs typeface="Arial"/>
                <a:sym typeface="Arial"/>
              </a:rPr>
              <a:t>U.S. Chronic Disease Indicators (CDI).</a:t>
            </a:r>
            <a:r>
              <a:rPr lang="en" sz="1000" dirty="0">
                <a:solidFill>
                  <a:srgbClr val="000000"/>
                </a:solidFill>
                <a:latin typeface="Arial"/>
                <a:ea typeface="Arial"/>
                <a:cs typeface="Arial"/>
                <a:sym typeface="Arial"/>
              </a:rPr>
              <a:t> Retrieved </a:t>
            </a:r>
            <a:r>
              <a:rPr lang="en" sz="1000" i="1" dirty="0">
                <a:solidFill>
                  <a:srgbClr val="000000"/>
                </a:solidFill>
                <a:latin typeface="Arial"/>
                <a:ea typeface="Arial"/>
                <a:cs typeface="Arial"/>
                <a:sym typeface="Arial"/>
              </a:rPr>
              <a:t>January 26, 2026</a:t>
            </a:r>
            <a:r>
              <a:rPr lang="en" sz="1000" dirty="0">
                <a:solidFill>
                  <a:srgbClr val="000000"/>
                </a:solidFill>
                <a:latin typeface="Arial"/>
                <a:ea typeface="Arial"/>
                <a:cs typeface="Arial"/>
                <a:sym typeface="Arial"/>
              </a:rPr>
              <a:t>, from </a:t>
            </a:r>
            <a:r>
              <a:rPr lang="en" sz="1000" u="sng" dirty="0">
                <a:solidFill>
                  <a:schemeClr val="accent5"/>
                </a:solidFill>
                <a:latin typeface="Arial"/>
                <a:ea typeface="Arial"/>
                <a:cs typeface="Arial"/>
                <a:sym typeface="Arial"/>
                <a:hlinkClick r:id="rId4">
                  <a:extLst>
                    <a:ext uri="{A12FA001-AC4F-418D-AE19-62706E023703}">
                      <ahyp:hlinkClr xmlns:ahyp="http://schemas.microsoft.com/office/drawing/2018/hyperlinkcolor" val="tx"/>
                    </a:ext>
                  </a:extLst>
                </a:hlinkClick>
              </a:rPr>
              <a:t>https://catalog.data.gov/dataset/u-s-chronic-disease-indicators</a:t>
            </a:r>
            <a:r>
              <a:rPr lang="en" sz="1000" dirty="0">
                <a:solidFill>
                  <a:srgbClr val="000000"/>
                </a:solidFill>
                <a:latin typeface="Arial"/>
                <a:ea typeface="Arial"/>
                <a:cs typeface="Arial"/>
                <a:sym typeface="Arial"/>
              </a:rPr>
              <a:t>.</a:t>
            </a:r>
            <a:endParaRPr sz="1000" dirty="0">
              <a:solidFill>
                <a:srgbClr val="000000"/>
              </a:solidFill>
              <a:latin typeface="Arial"/>
              <a:ea typeface="Arial"/>
              <a:cs typeface="Arial"/>
              <a:sym typeface="Arial"/>
            </a:endParaRPr>
          </a:p>
          <a:p>
            <a:pPr marL="457200" marR="0" lvl="0" indent="-292100" algn="l" rtl="0">
              <a:lnSpc>
                <a:spcPct val="115000"/>
              </a:lnSpc>
              <a:spcBef>
                <a:spcPts val="0"/>
              </a:spcBef>
              <a:spcAft>
                <a:spcPts val="0"/>
              </a:spcAft>
              <a:buSzPts val="1000"/>
              <a:buFont typeface="Arial"/>
              <a:buChar char="●"/>
            </a:pPr>
            <a:r>
              <a:rPr lang="en" sz="1000" dirty="0">
                <a:solidFill>
                  <a:srgbClr val="000000"/>
                </a:solidFill>
                <a:latin typeface="Arial"/>
                <a:ea typeface="Arial"/>
                <a:cs typeface="Arial"/>
                <a:sym typeface="Arial"/>
              </a:rPr>
              <a:t>Centers for Disease Control and Prevention. (2024). </a:t>
            </a:r>
            <a:r>
              <a:rPr lang="en" sz="1000" i="1" dirty="0">
                <a:solidFill>
                  <a:srgbClr val="000000"/>
                </a:solidFill>
                <a:latin typeface="Arial"/>
                <a:ea typeface="Arial"/>
                <a:cs typeface="Arial"/>
                <a:sym typeface="Arial"/>
              </a:rPr>
              <a:t>A report card: Diabetes in the United States.</a:t>
            </a:r>
            <a:r>
              <a:rPr lang="en" sz="1000" dirty="0">
                <a:solidFill>
                  <a:srgbClr val="000000"/>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 </a:t>
            </a:r>
            <a:r>
              <a:rPr lang="en" sz="1000" u="sng" dirty="0">
                <a:solidFill>
                  <a:schemeClr val="hlink"/>
                </a:solidFill>
                <a:latin typeface="Arial"/>
                <a:ea typeface="Arial"/>
                <a:cs typeface="Arial"/>
                <a:sym typeface="Arial"/>
                <a:hlinkClick r:id="rId5"/>
              </a:rPr>
              <a:t>https://www.cdc.gov/diabetes/communication-resources/diabetes-statistics.html</a:t>
            </a:r>
            <a:endParaRPr sz="1200" dirty="0">
              <a:solidFill>
                <a:srgbClr val="3C3D3E"/>
              </a:solidFill>
              <a:highlight>
                <a:srgbClr val="FFFF00"/>
              </a:highlight>
            </a:endParaRPr>
          </a:p>
          <a:p>
            <a:pPr marL="457200" lvl="0" indent="0" algn="l" rtl="0">
              <a:spcBef>
                <a:spcPts val="500"/>
              </a:spcBef>
              <a:spcAft>
                <a:spcPts val="0"/>
              </a:spcAft>
              <a:buNone/>
            </a:pPr>
            <a:endParaRPr sz="1000" dirty="0">
              <a:solidFill>
                <a:srgbClr val="3C3D3E"/>
              </a:solidFill>
              <a:highlight>
                <a:srgbClr val="FFFF00"/>
              </a:highlight>
            </a:endParaRPr>
          </a:p>
          <a:p>
            <a:pPr marL="0" lvl="0" indent="0" algn="l" rtl="0">
              <a:spcBef>
                <a:spcPts val="500"/>
              </a:spcBef>
              <a:spcAft>
                <a:spcPts val="0"/>
              </a:spcAft>
              <a:buClr>
                <a:schemeClr val="dk1"/>
              </a:buClr>
              <a:buSzPts val="800"/>
              <a:buFont typeface="Arial"/>
              <a:buNone/>
            </a:pPr>
            <a:endParaRPr sz="1000" dirty="0">
              <a:solidFill>
                <a:srgbClr val="3C3D3E"/>
              </a:solidFill>
            </a:endParaRPr>
          </a:p>
          <a:p>
            <a:pPr marL="0" lvl="0" indent="0" algn="l" rtl="0">
              <a:lnSpc>
                <a:spcPct val="115000"/>
              </a:lnSpc>
              <a:spcBef>
                <a:spcPts val="500"/>
              </a:spcBef>
              <a:spcAft>
                <a:spcPts val="0"/>
              </a:spcAft>
              <a:buClr>
                <a:schemeClr val="dk1"/>
              </a:buClr>
              <a:buSzPts val="800"/>
              <a:buFont typeface="Arial"/>
              <a:buNone/>
            </a:pPr>
            <a:endParaRPr sz="1100" b="1" dirty="0">
              <a:solidFill>
                <a:schemeClr val="dk1"/>
              </a:solidFill>
            </a:endParaRPr>
          </a:p>
          <a:p>
            <a:pPr marL="0" lvl="0" indent="0" algn="l" rtl="0">
              <a:lnSpc>
                <a:spcPct val="115000"/>
              </a:lnSpc>
              <a:spcBef>
                <a:spcPts val="500"/>
              </a:spcBef>
              <a:spcAft>
                <a:spcPts val="0"/>
              </a:spcAft>
              <a:buClr>
                <a:schemeClr val="dk1"/>
              </a:buClr>
              <a:buSzPts val="800"/>
              <a:buFont typeface="Arial"/>
              <a:buNone/>
            </a:pPr>
            <a:endParaRPr sz="1300" b="1" dirty="0">
              <a:solidFill>
                <a:schemeClr val="dk1"/>
              </a:solidFill>
            </a:endParaRPr>
          </a:p>
          <a:p>
            <a:pPr marL="0" lvl="0" indent="0" algn="l" rtl="0">
              <a:lnSpc>
                <a:spcPct val="115000"/>
              </a:lnSpc>
              <a:spcBef>
                <a:spcPts val="500"/>
              </a:spcBef>
              <a:spcAft>
                <a:spcPts val="0"/>
              </a:spcAft>
              <a:buClr>
                <a:schemeClr val="dk1"/>
              </a:buClr>
              <a:buSzPts val="800"/>
              <a:buFont typeface="Arial"/>
              <a:buNone/>
            </a:pPr>
            <a:endParaRPr sz="1300" b="1" dirty="0">
              <a:solidFill>
                <a:schemeClr val="dk1"/>
              </a:solidFill>
            </a:endParaRPr>
          </a:p>
          <a:p>
            <a:pPr marL="0" lvl="0" indent="0" algn="l" rtl="0">
              <a:spcBef>
                <a:spcPts val="500"/>
              </a:spcBef>
              <a:spcAft>
                <a:spcPts val="0"/>
              </a:spcAft>
              <a:buSzPts val="800"/>
              <a:buNone/>
            </a:pPr>
            <a:endParaRPr sz="1200" dirty="0">
              <a:solidFill>
                <a:srgbClr val="3C3D3E"/>
              </a:solidFill>
            </a:endParaRPr>
          </a:p>
        </p:txBody>
      </p:sp>
      <p:sp>
        <p:nvSpPr>
          <p:cNvPr id="691" name="Google Shape;691;p57"/>
          <p:cNvSpPr txBox="1">
            <a:spLocks noGrp="1"/>
          </p:cNvSpPr>
          <p:nvPr>
            <p:ph type="body" idx="1"/>
          </p:nvPr>
        </p:nvSpPr>
        <p:spPr>
          <a:xfrm>
            <a:off x="5983050" y="850563"/>
            <a:ext cx="2621400" cy="1954200"/>
          </a:xfrm>
          <a:prstGeom prst="rect">
            <a:avLst/>
          </a:prstGeom>
          <a:noFill/>
          <a:ln>
            <a:noFill/>
          </a:ln>
        </p:spPr>
        <p:txBody>
          <a:bodyPr spcFirstLastPara="1" wrap="square" lIns="91425" tIns="91425" rIns="91425" bIns="91425" anchor="t" anchorCtr="0">
            <a:noAutofit/>
          </a:bodyPr>
          <a:lstStyle/>
          <a:p>
            <a:pPr marL="0" lvl="0" indent="0" algn="l" rtl="0">
              <a:spcBef>
                <a:spcPts val="500"/>
              </a:spcBef>
              <a:spcAft>
                <a:spcPts val="0"/>
              </a:spcAft>
              <a:buClr>
                <a:schemeClr val="dk1"/>
              </a:buClr>
              <a:buSzPts val="800"/>
              <a:buFont typeface="Arial"/>
              <a:buNone/>
            </a:pPr>
            <a:r>
              <a:rPr lang="en" sz="1100" b="1" dirty="0">
                <a:solidFill>
                  <a:srgbClr val="E34A06"/>
                </a:solidFill>
              </a:rPr>
              <a:t>Sara Jahanian</a:t>
            </a:r>
            <a:endParaRPr sz="1100" b="1" dirty="0">
              <a:solidFill>
                <a:srgbClr val="E34A06"/>
              </a:solidFill>
            </a:endParaRPr>
          </a:p>
          <a:p>
            <a:pPr marL="0" lvl="0" indent="0" algn="l" rtl="0">
              <a:spcBef>
                <a:spcPts val="500"/>
              </a:spcBef>
              <a:spcAft>
                <a:spcPts val="0"/>
              </a:spcAft>
              <a:buClr>
                <a:schemeClr val="dk1"/>
              </a:buClr>
              <a:buSzPts val="800"/>
              <a:buFont typeface="Arial"/>
              <a:buNone/>
            </a:pPr>
            <a:r>
              <a:rPr lang="en" sz="1000" dirty="0">
                <a:solidFill>
                  <a:srgbClr val="3C3D3E"/>
                </a:solidFill>
              </a:rPr>
              <a:t>Identified the two datasets required for the project (U.S. Census and Chronic Disease) and applied her domain expertise to determine the appropriate data subsets needed to meet project objectives. She also developed scripts to clean and transform the U.S. Chronic Disease dataset, preparing it for a format suitable for integration with the U.S Census data and visual creation.</a:t>
            </a:r>
            <a:endParaRPr sz="1200" dirty="0">
              <a:solidFill>
                <a:srgbClr val="3C3D3E"/>
              </a:solidFill>
            </a:endParaRPr>
          </a:p>
        </p:txBody>
      </p:sp>
      <p:sp>
        <p:nvSpPr>
          <p:cNvPr id="692" name="Google Shape;692;p57"/>
          <p:cNvSpPr txBox="1">
            <a:spLocks noGrp="1"/>
          </p:cNvSpPr>
          <p:nvPr>
            <p:ph type="body" idx="1"/>
          </p:nvPr>
        </p:nvSpPr>
        <p:spPr>
          <a:xfrm>
            <a:off x="3216525" y="850563"/>
            <a:ext cx="2621400" cy="228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Clr>
                <a:schemeClr val="dk1"/>
              </a:buClr>
              <a:buSzPts val="800"/>
              <a:buFont typeface="Arial"/>
              <a:buNone/>
            </a:pPr>
            <a:r>
              <a:rPr lang="en" sz="1100" b="1" dirty="0">
                <a:solidFill>
                  <a:srgbClr val="E34A06"/>
                </a:solidFill>
              </a:rPr>
              <a:t>Dung Hoang</a:t>
            </a:r>
            <a:endParaRPr sz="1100" b="1" dirty="0">
              <a:solidFill>
                <a:srgbClr val="E34A06"/>
              </a:solidFill>
            </a:endParaRPr>
          </a:p>
          <a:p>
            <a:pPr marL="0" lvl="0" indent="0" algn="l" rtl="0">
              <a:lnSpc>
                <a:spcPct val="115000"/>
              </a:lnSpc>
              <a:spcBef>
                <a:spcPts val="500"/>
              </a:spcBef>
              <a:spcAft>
                <a:spcPts val="0"/>
              </a:spcAft>
              <a:buClr>
                <a:schemeClr val="dk1"/>
              </a:buClr>
              <a:buSzPts val="800"/>
              <a:buFont typeface="Arial"/>
              <a:buNone/>
            </a:pPr>
            <a:r>
              <a:rPr lang="en" sz="1000" dirty="0">
                <a:solidFill>
                  <a:srgbClr val="3C3D3E"/>
                </a:solidFill>
              </a:rPr>
              <a:t>Established the GitHub repository and designed the Python-based workflow, including a primary main.ipynb notebook supported by modular .py files for data ingestion, wrangling, and visualizations. He also developed the end-to-end data cleaning scripts for the US Census data, created the data merger script integrating the U.S. Census and Chronic Disease data, and defined the overall data processing flow.</a:t>
            </a:r>
            <a:endParaRPr sz="1000" dirty="0">
              <a:solidFill>
                <a:srgbClr val="3C3D3E"/>
              </a:solidFill>
            </a:endParaRPr>
          </a:p>
          <a:p>
            <a:pPr marL="0" lvl="0" indent="0" algn="l" rtl="0">
              <a:spcBef>
                <a:spcPts val="500"/>
              </a:spcBef>
              <a:spcAft>
                <a:spcPts val="0"/>
              </a:spcAft>
              <a:buClr>
                <a:schemeClr val="dk1"/>
              </a:buClr>
              <a:buSzPts val="800"/>
              <a:buFont typeface="Arial"/>
              <a:buNone/>
            </a:pPr>
            <a:endParaRPr sz="1200" dirty="0">
              <a:solidFill>
                <a:srgbClr val="3C3D3E"/>
              </a:solidFill>
            </a:endParaRPr>
          </a:p>
        </p:txBody>
      </p:sp>
      <p:sp>
        <p:nvSpPr>
          <p:cNvPr id="693" name="Google Shape;693;p57"/>
          <p:cNvSpPr txBox="1">
            <a:spLocks noGrp="1"/>
          </p:cNvSpPr>
          <p:nvPr>
            <p:ph type="sldNum" idx="12"/>
          </p:nvPr>
        </p:nvSpPr>
        <p:spPr>
          <a:xfrm>
            <a:off x="8472544"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694" name="Google Shape;694;p57"/>
          <p:cNvSpPr txBox="1"/>
          <p:nvPr/>
        </p:nvSpPr>
        <p:spPr>
          <a:xfrm>
            <a:off x="388397" y="850563"/>
            <a:ext cx="2680882" cy="2636589"/>
          </a:xfrm>
          <a:prstGeom prst="rect">
            <a:avLst/>
          </a:prstGeom>
          <a:noFill/>
          <a:ln>
            <a:noFill/>
          </a:ln>
        </p:spPr>
        <p:txBody>
          <a:bodyPr spcFirstLastPara="1" wrap="square" lIns="91425" tIns="91425" rIns="91425" bIns="91425" anchor="t" anchorCtr="0">
            <a:spAutoFit/>
          </a:bodyPr>
          <a:lstStyle/>
          <a:p>
            <a:pPr marL="0" lvl="0" indent="0" algn="l" rtl="0">
              <a:spcBef>
                <a:spcPts val="500"/>
              </a:spcBef>
              <a:spcAft>
                <a:spcPts val="0"/>
              </a:spcAft>
              <a:buNone/>
            </a:pPr>
            <a:r>
              <a:rPr lang="en" sz="1100" b="1" dirty="0">
                <a:solidFill>
                  <a:srgbClr val="E34A06"/>
                </a:solidFill>
                <a:latin typeface="Lato"/>
                <a:ea typeface="Lato"/>
                <a:cs typeface="Lato"/>
                <a:sym typeface="Lato"/>
              </a:rPr>
              <a:t>Maria Febus</a:t>
            </a:r>
            <a:endParaRPr sz="1100" b="1" dirty="0">
              <a:solidFill>
                <a:srgbClr val="E34A06"/>
              </a:solidFill>
              <a:latin typeface="Lato"/>
              <a:ea typeface="Lato"/>
              <a:cs typeface="Lato"/>
              <a:sym typeface="Lato"/>
            </a:endParaRPr>
          </a:p>
          <a:p>
            <a:pPr lvl="0">
              <a:spcBef>
                <a:spcPts val="500"/>
              </a:spcBef>
              <a:spcAft>
                <a:spcPts val="1200"/>
              </a:spcAft>
            </a:pPr>
            <a:r>
              <a:rPr lang="en-US" sz="1000" dirty="0">
                <a:solidFill>
                  <a:srgbClr val="3C3D3E"/>
                </a:solidFill>
                <a:latin typeface="Lato"/>
                <a:ea typeface="Lato"/>
                <a:cs typeface="Lato"/>
                <a:sym typeface="Lato"/>
              </a:rPr>
              <a:t>Conducted exploratory data analysis (EDA), including univariate, bivariate, and multivariate analysis. Developed visualizations, such as bar plots and histograms, to analyze distributions, and heatmaps, to identify correlations between chronic disease outcomes and state-level attributes. Performed data cleaning, handling missing values, and ensuring data quality for reliable analysis. Managed project activities by developing timelines and tracking progress against milestones.</a:t>
            </a:r>
            <a:br>
              <a:rPr lang="en-US" sz="1000" dirty="0">
                <a:solidFill>
                  <a:srgbClr val="3C3D3E"/>
                </a:solidFill>
                <a:latin typeface="Lato"/>
                <a:ea typeface="Lato"/>
                <a:cs typeface="Lato"/>
                <a:sym typeface="Lato"/>
              </a:rPr>
            </a:br>
            <a:endParaRPr sz="1000" dirty="0">
              <a:solidFill>
                <a:srgbClr val="3C3D3E"/>
              </a:solidFill>
              <a:latin typeface="Lato"/>
              <a:ea typeface="Lato"/>
              <a:cs typeface="Lato"/>
              <a:sym typeface="Lato"/>
            </a:endParaRPr>
          </a:p>
        </p:txBody>
      </p:sp>
      <p:sp>
        <p:nvSpPr>
          <p:cNvPr id="695" name="Google Shape;695;p57"/>
          <p:cNvSpPr txBox="1">
            <a:spLocks noGrp="1"/>
          </p:cNvSpPr>
          <p:nvPr>
            <p:ph type="title"/>
          </p:nvPr>
        </p:nvSpPr>
        <p:spPr>
          <a:xfrm>
            <a:off x="311700" y="145925"/>
            <a:ext cx="8520600" cy="5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00"/>
              <a:buFont typeface="Arial"/>
              <a:buNone/>
            </a:pPr>
            <a:r>
              <a:rPr lang="en" sz="2400">
                <a:solidFill>
                  <a:srgbClr val="E34A06"/>
                </a:solidFill>
              </a:rPr>
              <a:t>Statement of Work and References</a:t>
            </a:r>
            <a:endParaRPr>
              <a:solidFill>
                <a:srgbClr val="FF9900"/>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2812</Words>
  <Application>Microsoft Office PowerPoint</Application>
  <PresentationFormat>On-screen Show (16:9)</PresentationFormat>
  <Paragraphs>177</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Poppins</vt:lpstr>
      <vt:lpstr>Lato</vt:lpstr>
      <vt:lpstr>Poppins SemiBold</vt:lpstr>
      <vt:lpstr>Roboto Condensed</vt:lpstr>
      <vt:lpstr>Urbanist Medium</vt:lpstr>
      <vt:lpstr>Raleway</vt:lpstr>
      <vt:lpstr>Urbanist</vt:lpstr>
      <vt:lpstr>Streamline</vt:lpstr>
      <vt:lpstr>Exploring Diabetes and Chronic Disease Rates Across U.S. States Maria Febus, Dung Hoang, &amp; Sara Jahanian | Winter 2026</vt:lpstr>
      <vt:lpstr>Data Sources</vt:lpstr>
      <vt:lpstr>Data Cleaning &amp; Manipulation</vt:lpstr>
      <vt:lpstr>Data Cleaning &amp; Manipulation</vt:lpstr>
      <vt:lpstr>Univariate Insights - Diabetes and Other Chronic Diseases</vt:lpstr>
      <vt:lpstr>Diabetes and other Chronic Disease Correlations</vt:lpstr>
      <vt:lpstr>Diabetes and Socioeconomic Metric Correlations</vt:lpstr>
      <vt:lpstr>Diabetes and COPD Trends Across Population</vt:lpstr>
      <vt:lpstr>Diabetes and COPD Trends Across Employment and Poverty Rates</vt:lpstr>
      <vt:lpstr>Ethical Considerations</vt:lpstr>
      <vt:lpstr>Statement of Work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Maria Febus</dc:creator>
  <cp:lastModifiedBy>Maria Febus</cp:lastModifiedBy>
  <cp:revision>1</cp:revision>
  <dcterms:modified xsi:type="dcterms:W3CDTF">2026-04-20T19:31:45Z</dcterms:modified>
</cp:coreProperties>
</file>